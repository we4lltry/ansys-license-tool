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7" r:id="rId2"/>
    <p:sldMasterId id="2147483683" r:id="rId3"/>
    <p:sldMasterId id="2147483679" r:id="rId4"/>
    <p:sldMasterId id="2147483681" r:id="rId5"/>
    <p:sldMasterId id="2147483685" r:id="rId6"/>
  </p:sldMasterIdLst>
  <p:notesMasterIdLst>
    <p:notesMasterId r:id="rId17"/>
  </p:notesMasterIdLst>
  <p:handoutMasterIdLst>
    <p:handoutMasterId r:id="rId18"/>
  </p:handoutMasterIdLst>
  <p:sldIdLst>
    <p:sldId id="464" r:id="rId7"/>
  </p:sldIdLst>
  <p:sldSz cx="6858000" cy="9906000" type="A4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구매" id="{473A512C-1B58-47CC-A30C-4425DCF7A30F}">
          <p14:sldIdLst>
            <p14:sldId id="464"/>
            <p14:sldId id="466"/>
            <p14:sldId id="467"/>
          </p14:sldIdLst>
        </p14:section>
        <p14:section name="임대" id="{6638FBDB-1CB5-452F-9FB1-6EC3C576D9CE}">
          <p14:sldIdLst>
            <p14:sldId id="470"/>
            <p14:sldId id="469"/>
            <p14:sldId id="468"/>
          </p14:sldIdLst>
        </p14:section>
        <p14:section name="TECS" id="{60EE6E1E-72E0-48EC-9A6D-7656381EC9FA}">
          <p14:sldIdLst>
            <p14:sldId id="472"/>
            <p14:sldId id="473"/>
            <p14:sldId id="475"/>
          </p14:sldIdLst>
        </p14:section>
        <p14:section name="WAN" id="{34260695-A31F-461D-BC5F-93D991C0DC09}">
          <p14:sldIdLst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3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15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4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E2DB9C60-F080-4B07-AE13-47CFF995980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721108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4" y="9721108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82D0257F-BC90-4E7F-AB81-5F91B7C34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551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3" y="0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062B60AD-FE71-4AD1-A9CD-B2E93E46C73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5850" y="1279525"/>
            <a:ext cx="23923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5" y="4924989"/>
            <a:ext cx="5683914" cy="4029684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309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3" y="9722309"/>
            <a:ext cx="3079202" cy="512304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A6A24610-2962-4247-AE6D-E71A6D38C1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95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6297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252681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2926399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8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1996405" y="3266433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884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592715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65348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6297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325706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3154999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884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74194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47663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6297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325706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3154999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884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74194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59310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5504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42572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091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960217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93132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905504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42572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907091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017315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960217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9103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996405" y="1605848"/>
            <a:ext cx="270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996405" y="2025257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996405" y="2854550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750"/>
              </a:spcBef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  <p:sp>
        <p:nvSpPr>
          <p:cNvPr id="9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5511276" y="1607435"/>
            <a:ext cx="864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dist">
              <a:buNone/>
              <a:defRPr sz="1100" b="1" spc="-100" baseline="0">
                <a:latin typeface="바탕체" panose="02030609000101010101" pitchFamily="17" charset="-127"/>
                <a:ea typeface="바탕체" panose="02030609000101010101" pitchFamily="17" charset="-127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8" hasCustomPrompt="1"/>
          </p:nvPr>
        </p:nvSpPr>
        <p:spPr>
          <a:xfrm>
            <a:off x="2174324" y="8187134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sp>
        <p:nvSpPr>
          <p:cNvPr id="1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2859095" y="8187134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20" hasCustomPrompt="1"/>
          </p:nvPr>
        </p:nvSpPr>
        <p:spPr>
          <a:xfrm>
            <a:off x="3537859" y="8187134"/>
            <a:ext cx="660400" cy="357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0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4896182F-CB7F-FBA3-6A3E-EF819B9D9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96405" y="2441491"/>
            <a:ext cx="4248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0" baseline="0"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6084854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808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229843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571599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2913355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보증기간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3803B5-D658-D1F0-5F85-A17463172BC5}"/>
              </a:ext>
            </a:extLst>
          </p:cNvPr>
          <p:cNvGrpSpPr/>
          <p:nvPr userDrawn="1"/>
        </p:nvGrpSpPr>
        <p:grpSpPr>
          <a:xfrm>
            <a:off x="480060" y="3255113"/>
            <a:ext cx="1779600" cy="267960"/>
            <a:chOff x="480060" y="3255113"/>
            <a:chExt cx="1779600" cy="26796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6FDF3F-619D-CA39-F329-FA95AFC6E3F4}"/>
                </a:ext>
              </a:extLst>
            </p:cNvPr>
            <p:cNvSpPr txBox="1"/>
            <p:nvPr userDrawn="1"/>
          </p:nvSpPr>
          <p:spPr>
            <a:xfrm>
              <a:off x="480060" y="325511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100" b="0" dirty="0">
                  <a:latin typeface="Arial" panose="020B0604020202020204" pitchFamily="34" charset="0"/>
                  <a:ea typeface="바탕체" panose="02030609000101010101" pitchFamily="17" charset="-127"/>
                  <a:cs typeface="Arial" panose="020B0604020202020204" pitchFamily="34" charset="0"/>
                </a:rPr>
                <a:t>Key User</a:t>
              </a:r>
              <a:endParaRPr lang="ko-KR" altLang="en-US" sz="1100" b="0" dirty="0"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911EFA-4177-70B4-B3C4-AF6CC05820B8}"/>
                </a:ext>
              </a:extLst>
            </p:cNvPr>
            <p:cNvSpPr txBox="1"/>
            <p:nvPr userDrawn="1"/>
          </p:nvSpPr>
          <p:spPr>
            <a:xfrm>
              <a:off x="1863660" y="326146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443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08624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808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304999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721911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3138823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보증기간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443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7257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808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304999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721911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3138823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Key User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443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1555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721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404337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941050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7377"/>
            <a:ext cx="1079149" cy="264150"/>
            <a:chOff x="4609514" y="1877853"/>
            <a:chExt cx="1079149" cy="2641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7785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358661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83309"/>
              </p:ext>
            </p:extLst>
          </p:nvPr>
        </p:nvGraphicFramePr>
        <p:xfrm>
          <a:off x="549000" y="3697437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5936380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88721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404337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941050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Key User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897377"/>
            <a:ext cx="1079149" cy="264150"/>
            <a:chOff x="4609514" y="1877853"/>
            <a:chExt cx="1079149" cy="2641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7785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012127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445773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0533"/>
            <a:ext cx="6858000" cy="9704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A6D02C-E406-723B-B0B0-DF73A1BE6256}"/>
              </a:ext>
            </a:extLst>
          </p:cNvPr>
          <p:cNvSpPr txBox="1"/>
          <p:nvPr userDrawn="1"/>
        </p:nvSpPr>
        <p:spPr>
          <a:xfrm>
            <a:off x="0" y="771724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라이선스 확인서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8517027"/>
            <a:ext cx="6858000" cy="1117600"/>
            <a:chOff x="0" y="8062097"/>
            <a:chExt cx="6858000" cy="1117600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368" t="81274" r="13705" b="7211"/>
            <a:stretch/>
          </p:blipFill>
          <p:spPr>
            <a:xfrm>
              <a:off x="4333789" y="8062097"/>
              <a:ext cx="1092200" cy="111760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135" b="4201"/>
            <a:stretch/>
          </p:blipFill>
          <p:spPr>
            <a:xfrm>
              <a:off x="0" y="8356600"/>
              <a:ext cx="6858000" cy="355600"/>
            </a:xfrm>
            <a:prstGeom prst="rect">
              <a:avLst/>
            </a:prstGeom>
          </p:spPr>
        </p:pic>
      </p:grp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774515"/>
              </p:ext>
            </p:extLst>
          </p:nvPr>
        </p:nvGraphicFramePr>
        <p:xfrm>
          <a:off x="549000" y="3280959"/>
          <a:ext cx="5760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110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8136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93754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QTY.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5D996666-48B8-9A9A-2FA9-8A7D119611E4}"/>
              </a:ext>
            </a:extLst>
          </p:cNvPr>
          <p:cNvSpPr/>
          <p:nvPr userDrawn="1"/>
        </p:nvSpPr>
        <p:spPr>
          <a:xfrm>
            <a:off x="5410200" y="8801100"/>
            <a:ext cx="1155700" cy="736600"/>
          </a:xfrm>
          <a:custGeom>
            <a:avLst/>
            <a:gdLst>
              <a:gd name="connsiteX0" fmla="*/ 342900 w 1155700"/>
              <a:gd name="connsiteY0" fmla="*/ 12700 h 736600"/>
              <a:gd name="connsiteX1" fmla="*/ 0 w 1155700"/>
              <a:gd name="connsiteY1" fmla="*/ 355600 h 736600"/>
              <a:gd name="connsiteX2" fmla="*/ 279400 w 1155700"/>
              <a:gd name="connsiteY2" fmla="*/ 736600 h 736600"/>
              <a:gd name="connsiteX3" fmla="*/ 774700 w 1155700"/>
              <a:gd name="connsiteY3" fmla="*/ 723900 h 736600"/>
              <a:gd name="connsiteX4" fmla="*/ 1155700 w 1155700"/>
              <a:gd name="connsiteY4" fmla="*/ 520700 h 736600"/>
              <a:gd name="connsiteX5" fmla="*/ 1155700 w 1155700"/>
              <a:gd name="connsiteY5" fmla="*/ 152400 h 736600"/>
              <a:gd name="connsiteX6" fmla="*/ 584200 w 1155700"/>
              <a:gd name="connsiteY6" fmla="*/ 0 h 736600"/>
              <a:gd name="connsiteX7" fmla="*/ 342900 w 1155700"/>
              <a:gd name="connsiteY7" fmla="*/ 127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5700" h="736600">
                <a:moveTo>
                  <a:pt x="342900" y="12700"/>
                </a:moveTo>
                <a:lnTo>
                  <a:pt x="0" y="355600"/>
                </a:lnTo>
                <a:lnTo>
                  <a:pt x="279400" y="736600"/>
                </a:lnTo>
                <a:lnTo>
                  <a:pt x="774700" y="723900"/>
                </a:lnTo>
                <a:lnTo>
                  <a:pt x="1155700" y="520700"/>
                </a:lnTo>
                <a:lnTo>
                  <a:pt x="1155700" y="152400"/>
                </a:lnTo>
                <a:lnTo>
                  <a:pt x="584200" y="0"/>
                </a:lnTo>
                <a:lnTo>
                  <a:pt x="342900" y="12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8B6F3-D22A-CE05-2EC9-B27078D39C1F}"/>
              </a:ext>
            </a:extLst>
          </p:cNvPr>
          <p:cNvSpPr txBox="1"/>
          <p:nvPr userDrawn="1"/>
        </p:nvSpPr>
        <p:spPr>
          <a:xfrm>
            <a:off x="531000" y="6209096"/>
            <a:ext cx="5796000" cy="161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확인서는 당사에서 공급한 제품이 정품 소프트웨어임을 보증하고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체결한 소프트웨어 라이선스 계약에 따라 상기 고객에게 </a:t>
            </a:r>
            <a:endParaRPr lang="en-US" altLang="ko-KR" sz="1300" b="1" dirty="0"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사용 권한이 부여되었음을 확인합니다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 latinLnBrk="0" hangingPunct="1">
              <a:lnSpc>
                <a:spcPct val="130000"/>
              </a:lnSpc>
            </a:pP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 </a:t>
            </a:r>
          </a:p>
          <a:p>
            <a:pPr algn="ctr" latinLnBrk="0" hangingPunct="1">
              <a:lnSpc>
                <a:spcPct val="130000"/>
              </a:lnSpc>
            </a:pP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본 확인서와 체결한 소프트웨어 라이선스 계약 간 내용이 충돌할 경우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, </a:t>
            </a:r>
            <a:r>
              <a:rPr lang="ko-KR" altLang="en-US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소프트웨어 라이선스의 내용이 우선합니다</a:t>
            </a:r>
            <a:r>
              <a:rPr lang="en-US" altLang="ko-KR" sz="1300" b="1" dirty="0"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E2A7570-4712-28CA-EE73-FD1F306842AB}"/>
              </a:ext>
            </a:extLst>
          </p:cNvPr>
          <p:cNvGrpSpPr/>
          <p:nvPr userDrawn="1"/>
        </p:nvGrpSpPr>
        <p:grpSpPr>
          <a:xfrm>
            <a:off x="480060" y="1589447"/>
            <a:ext cx="1779600" cy="267960"/>
            <a:chOff x="480060" y="1888087"/>
            <a:chExt cx="1779600" cy="2679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1286AE-9589-9C81-E345-85261A55499E}"/>
                </a:ext>
              </a:extLst>
            </p:cNvPr>
            <p:cNvSpPr txBox="1"/>
            <p:nvPr userDrawn="1"/>
          </p:nvSpPr>
          <p:spPr>
            <a:xfrm>
              <a:off x="480060" y="1888087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B298D9-5933-2D0C-75A0-209E7A7ECDEA}"/>
                </a:ext>
              </a:extLst>
            </p:cNvPr>
            <p:cNvSpPr txBox="1"/>
            <p:nvPr userDrawn="1"/>
          </p:nvSpPr>
          <p:spPr>
            <a:xfrm>
              <a:off x="1863660" y="1894437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105C4A-D4D4-50F2-18F1-A71FF095C4AD}"/>
              </a:ext>
            </a:extLst>
          </p:cNvPr>
          <p:cNvGrpSpPr/>
          <p:nvPr userDrawn="1"/>
        </p:nvGrpSpPr>
        <p:grpSpPr>
          <a:xfrm>
            <a:off x="480060" y="2006359"/>
            <a:ext cx="1779600" cy="267960"/>
            <a:chOff x="480060" y="2229843"/>
            <a:chExt cx="1779600" cy="267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15B131-245E-31CD-E2B3-16D3D9F00695}"/>
                </a:ext>
              </a:extLst>
            </p:cNvPr>
            <p:cNvSpPr txBox="1"/>
            <p:nvPr userDrawn="1"/>
          </p:nvSpPr>
          <p:spPr>
            <a:xfrm>
              <a:off x="480060" y="2229843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설치장소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C637AD-6109-4457-9044-A476FB68AB10}"/>
                </a:ext>
              </a:extLst>
            </p:cNvPr>
            <p:cNvSpPr txBox="1"/>
            <p:nvPr userDrawn="1"/>
          </p:nvSpPr>
          <p:spPr>
            <a:xfrm>
              <a:off x="1863660" y="2236193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5EA886E-9CBB-3077-FBDD-1AE73F0A6865}"/>
              </a:ext>
            </a:extLst>
          </p:cNvPr>
          <p:cNvGrpSpPr/>
          <p:nvPr userDrawn="1"/>
        </p:nvGrpSpPr>
        <p:grpSpPr>
          <a:xfrm>
            <a:off x="480060" y="2423271"/>
            <a:ext cx="1779600" cy="267960"/>
            <a:chOff x="480060" y="2571599"/>
            <a:chExt cx="1779600" cy="2679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0F4428-2FAF-C2D1-0AA3-AB33D87E0606}"/>
                </a:ext>
              </a:extLst>
            </p:cNvPr>
            <p:cNvSpPr txBox="1"/>
            <p:nvPr userDrawn="1"/>
          </p:nvSpPr>
          <p:spPr>
            <a:xfrm>
              <a:off x="480060" y="2571599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유형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2F131-202A-F96F-AA71-525F905317B7}"/>
                </a:ext>
              </a:extLst>
            </p:cNvPr>
            <p:cNvSpPr txBox="1"/>
            <p:nvPr userDrawn="1"/>
          </p:nvSpPr>
          <p:spPr>
            <a:xfrm>
              <a:off x="1863660" y="2577949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4A0815-6978-5613-06A5-7607085EB4A0}"/>
              </a:ext>
            </a:extLst>
          </p:cNvPr>
          <p:cNvGrpSpPr/>
          <p:nvPr userDrawn="1"/>
        </p:nvGrpSpPr>
        <p:grpSpPr>
          <a:xfrm>
            <a:off x="480060" y="2840183"/>
            <a:ext cx="1779600" cy="267960"/>
            <a:chOff x="480060" y="2913355"/>
            <a:chExt cx="1779600" cy="2679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C103E-046A-2CB9-AA0E-B2B09B6C5AF2}"/>
                </a:ext>
              </a:extLst>
            </p:cNvPr>
            <p:cNvSpPr txBox="1"/>
            <p:nvPr userDrawn="1"/>
          </p:nvSpPr>
          <p:spPr>
            <a:xfrm>
              <a:off x="480060" y="2913355"/>
              <a:ext cx="1512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라이선스 보증기간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961F64-0541-A91B-23A1-2B76D58C1FE4}"/>
                </a:ext>
              </a:extLst>
            </p:cNvPr>
            <p:cNvSpPr txBox="1"/>
            <p:nvPr userDrawn="1"/>
          </p:nvSpPr>
          <p:spPr>
            <a:xfrm>
              <a:off x="1863660" y="2919705"/>
              <a:ext cx="39600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07462B-9491-E1D2-AEF1-6A6C97D4CED2}"/>
              </a:ext>
            </a:extLst>
          </p:cNvPr>
          <p:cNvGrpSpPr/>
          <p:nvPr userDrawn="1"/>
        </p:nvGrpSpPr>
        <p:grpSpPr>
          <a:xfrm>
            <a:off x="4685714" y="1595797"/>
            <a:ext cx="1079149" cy="265420"/>
            <a:chOff x="4609514" y="1880393"/>
            <a:chExt cx="1079149" cy="2654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747F56-4914-3048-5DA0-64A3545A37F9}"/>
                </a:ext>
              </a:extLst>
            </p:cNvPr>
            <p:cNvSpPr txBox="1"/>
            <p:nvPr userDrawn="1"/>
          </p:nvSpPr>
          <p:spPr>
            <a:xfrm>
              <a:off x="4609514" y="1880393"/>
              <a:ext cx="864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고객번호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88CF7B-DF5D-A493-12F0-63EB636C2A1E}"/>
                </a:ext>
              </a:extLst>
            </p:cNvPr>
            <p:cNvSpPr txBox="1"/>
            <p:nvPr userDrawn="1"/>
          </p:nvSpPr>
          <p:spPr>
            <a:xfrm>
              <a:off x="5328663" y="1884203"/>
              <a:ext cx="360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 b="1" dirty="0">
                  <a:latin typeface="바탕체" panose="02030609000101010101" pitchFamily="17" charset="-127"/>
                  <a:ea typeface="바탕체" panose="02030609000101010101" pitchFamily="17" charset="-127"/>
                </a:rPr>
                <a:t>:</a:t>
              </a:r>
              <a:endParaRPr lang="ko-KR" altLang="en-US" sz="1100" b="1" dirty="0"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14234F-A52C-6117-E31D-909EE522C9F3}"/>
              </a:ext>
            </a:extLst>
          </p:cNvPr>
          <p:cNvSpPr txBox="1"/>
          <p:nvPr userDrawn="1"/>
        </p:nvSpPr>
        <p:spPr>
          <a:xfrm>
            <a:off x="2673000" y="8171821"/>
            <a:ext cx="1692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ko-KR" altLang="en-US" sz="12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년 월 일</a:t>
            </a:r>
          </a:p>
        </p:txBody>
      </p:sp>
    </p:spTree>
    <p:extLst>
      <p:ext uri="{BB962C8B-B14F-4D97-AF65-F5344CB8AC3E}">
        <p14:creationId xmlns:p14="http://schemas.microsoft.com/office/powerpoint/2010/main" val="87485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7646-5BD9-4FCB-1F8C-EFACFCC2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250202-A8BD-8697-270C-5BE786B9E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엔젤럭스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A99A3-64C1-9852-9C98-567824AA56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엔젤럭스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6044BD-0D12-9BFB-FB0A-D7E4AC4D5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2025. 11. 27 ~ 2026. 11. 26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7EA579-DAA0-17D8-B256-AFE4BB50B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1213401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68172CC-F1E4-3631-3868-62F39F3BF6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9A092CC-1530-D0A3-8DC6-14012BD3B9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8ED4364-61E1-702F-126E-3EFDE1C720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02695EB-4BDA-CB8A-AAB8-F42BD61B2A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Permanent License / LAN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6FE7EE4-1153-73B1-123A-416132740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737449"/>
              </p:ext>
            </p:extLst>
          </p:nvPr>
        </p:nvGraphicFramePr>
        <p:xfrm>
          <a:off x="553331" y="4044808"/>
          <a:ext cx="5751339" cy="3258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685">
                  <a:extLst>
                    <a:ext uri="{9D8B030D-6E8A-4147-A177-3AD203B41FA5}">
                      <a16:colId xmlns:a16="http://schemas.microsoft.com/office/drawing/2014/main" val="657880052"/>
                    </a:ext>
                  </a:extLst>
                </a:gridCol>
                <a:gridCol w="4454947">
                  <a:extLst>
                    <a:ext uri="{9D8B030D-6E8A-4147-A177-3AD203B41FA5}">
                      <a16:colId xmlns:a16="http://schemas.microsoft.com/office/drawing/2014/main" val="1251565783"/>
                    </a:ext>
                  </a:extLst>
                </a:gridCol>
                <a:gridCol w="889707">
                  <a:extLst>
                    <a:ext uri="{9D8B030D-6E8A-4147-A177-3AD203B41FA5}">
                      <a16:colId xmlns:a16="http://schemas.microsoft.com/office/drawing/2014/main" val="3625992147"/>
                    </a:ext>
                  </a:extLst>
                </a:gridCol>
              </a:tblGrid>
              <a:tr h="32583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Ansys Discovery Enterprise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task(s)</a:t>
                      </a: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6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237291"/>
      </p:ext>
    </p:extLst>
  </p:cSld>
  <p:clrMapOvr>
    <a:masterClrMapping/>
  </p:clrMapOvr>
</p:sld>
</file>

<file path=ppt/theme/theme1.xml><?xml version="1.0" encoding="utf-8"?>
<a:theme xmlns:a="http://schemas.openxmlformats.org/drawingml/2006/main" name="1. 고객명,장소,유형,기간,유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고객명,장소,유형,기간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고객명,장소,유형,유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고객명,장소,유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고객명,장소,유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. 고객명,장소,유형,기간, 제품5이상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52f19b5-ea65-40fd-b760-d0dc5345a088}" enabled="1" method="Privileged" siteId="{7012449c-69ca-4637-9df4-52e3307c48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10982</TotalTime>
  <Words>427</Words>
  <Application>Microsoft Office PowerPoint</Application>
  <PresentationFormat>A4 용지(210x297mm)</PresentationFormat>
  <Paragraphs>143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맑은 고딕</vt:lpstr>
      <vt:lpstr>바탕체</vt:lpstr>
      <vt:lpstr>Arial</vt:lpstr>
      <vt:lpstr>Calibri</vt:lpstr>
      <vt:lpstr>1. 고객명,장소,유형,기간,유저</vt:lpstr>
      <vt:lpstr>2. 고객명,장소,유형,기간</vt:lpstr>
      <vt:lpstr>3. 고객명,장소,유형,유저</vt:lpstr>
      <vt:lpstr>4. 고객명,장소,유형</vt:lpstr>
      <vt:lpstr>5. 고객명,장소,유저</vt:lpstr>
      <vt:lpstr>6. 고객명,장소,유형,기간, 제품5이상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EAKIM</dc:creator>
  <cp:lastModifiedBy>박보영</cp:lastModifiedBy>
  <cp:revision>319</cp:revision>
  <cp:lastPrinted>2026-02-25T01:57:08Z</cp:lastPrinted>
  <dcterms:created xsi:type="dcterms:W3CDTF">2022-01-17T08:03:02Z</dcterms:created>
  <dcterms:modified xsi:type="dcterms:W3CDTF">2026-02-25T01:57:23Z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[TSNE] 내부용</vt:lpwstr>
  </property>
</Properties>
</file>