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  <p:sldMasterId id="2147483677" r:id="rId2"/>
    <p:sldMasterId id="2147483683" r:id="rId3"/>
    <p:sldMasterId id="2147483679" r:id="rId4"/>
    <p:sldMasterId id="2147483681" r:id="rId5"/>
    <p:sldMasterId id="2147483685" r:id="rId6"/>
  </p:sldMasterIdLst>
  <p:notesMasterIdLst>
    <p:notesMasterId r:id="rId17"/>
  </p:notesMasterIdLst>
  <p:handoutMasterIdLst>
    <p:handoutMasterId r:id="rId18"/>
  </p:handoutMasterIdLst>
  <p:sldIdLst>
    <p:sldId id="464" r:id="rId7"/>
    <p:sldId id="466" r:id="rId8"/>
    <p:sldId id="467" r:id="rId9"/>
    <p:sldId id="470" r:id="rId10"/>
    <p:sldId id="469" r:id="rId11"/>
    <p:sldId id="468" r:id="rId12"/>
    <p:sldId id="472" r:id="rId13"/>
    <p:sldId id="473" r:id="rId14"/>
    <p:sldId id="475" r:id="rId15"/>
    <p:sldId id="471" r:id="rId16"/>
  </p:sldIdLst>
  <p:sldSz cx="6858000" cy="9906000" type="A4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구매" id="{473A512C-1B58-47CC-A30C-4425DCF7A30F}">
          <p14:sldIdLst>
            <p14:sldId id="464"/>
            <p14:sldId id="466"/>
            <p14:sldId id="467"/>
          </p14:sldIdLst>
        </p14:section>
        <p14:section name="임대" id="{6638FBDB-1CB5-452F-9FB1-6EC3C576D9CE}">
          <p14:sldIdLst>
            <p14:sldId id="470"/>
            <p14:sldId id="469"/>
            <p14:sldId id="468"/>
          </p14:sldIdLst>
        </p14:section>
        <p14:section name="TECS" id="{60EE6E1E-72E0-48EC-9A6D-7656381EC9FA}">
          <p14:sldIdLst>
            <p14:sldId id="472"/>
            <p14:sldId id="473"/>
            <p14:sldId id="475"/>
          </p14:sldIdLst>
        </p14:section>
        <p14:section name="WAN" id="{34260695-A31F-461D-BC5F-93D991C0DC09}">
          <p14:sldIdLst>
            <p14:sldId id="47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06" autoAdjust="0"/>
    <p:restoredTop sz="94660"/>
  </p:normalViewPr>
  <p:slideViewPr>
    <p:cSldViewPr snapToGrid="0">
      <p:cViewPr varScale="1">
        <p:scale>
          <a:sx n="77" d="100"/>
          <a:sy n="77" d="100"/>
        </p:scale>
        <p:origin x="348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215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994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E2DB9C60-F080-4B07-AE13-47CFF995980E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721108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994" y="9721108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82D0257F-BC90-4E7F-AB81-5F91B7C341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551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9202" cy="512304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203" y="0"/>
            <a:ext cx="3079202" cy="512304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062B60AD-FE71-4AD1-A9CD-B2E93E46C73A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55850" y="1279525"/>
            <a:ext cx="23923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075" y="4924989"/>
            <a:ext cx="5683914" cy="4029684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2309"/>
            <a:ext cx="3079202" cy="512304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203" y="9722309"/>
            <a:ext cx="3079202" cy="512304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A6A24610-2962-4247-AE6D-E71A6D38C1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956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5"/>
          <p:cNvSpPr>
            <a:spLocks noGrp="1"/>
          </p:cNvSpPr>
          <p:nvPr>
            <p:ph type="body" sz="quarter" idx="10" hasCustomPrompt="1"/>
          </p:nvPr>
        </p:nvSpPr>
        <p:spPr>
          <a:xfrm>
            <a:off x="1996405" y="1906297"/>
            <a:ext cx="2700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1996405" y="2252681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7" name="텍스트 개체 틀 5"/>
          <p:cNvSpPr>
            <a:spLocks noGrp="1"/>
          </p:cNvSpPr>
          <p:nvPr>
            <p:ph type="body" sz="quarter" idx="12" hasCustomPrompt="1"/>
          </p:nvPr>
        </p:nvSpPr>
        <p:spPr>
          <a:xfrm>
            <a:off x="1996405" y="2926399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750"/>
              </a:spcBef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8" name="텍스트 개체 틀 5"/>
          <p:cNvSpPr>
            <a:spLocks noGrp="1"/>
          </p:cNvSpPr>
          <p:nvPr>
            <p:ph type="body" sz="quarter" idx="13" hasCustomPrompt="1"/>
          </p:nvPr>
        </p:nvSpPr>
        <p:spPr>
          <a:xfrm>
            <a:off x="1996405" y="3266433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9" name="텍스트 개체 틀 5"/>
          <p:cNvSpPr>
            <a:spLocks noGrp="1"/>
          </p:cNvSpPr>
          <p:nvPr>
            <p:ph type="body" sz="quarter" idx="14" hasCustomPrompt="1"/>
          </p:nvPr>
        </p:nvSpPr>
        <p:spPr>
          <a:xfrm>
            <a:off x="5511276" y="1907884"/>
            <a:ext cx="864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dist">
              <a:buNone/>
              <a:defRPr sz="1100" b="1" spc="-100" baseline="0">
                <a:latin typeface="바탕체" panose="02030609000101010101" pitchFamily="17" charset="-127"/>
                <a:ea typeface="바탕체" panose="02030609000101010101" pitchFamily="17" charset="-127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Account</a:t>
            </a:r>
            <a:endParaRPr lang="ko-KR" altLang="en-US" dirty="0"/>
          </a:p>
        </p:txBody>
      </p:sp>
      <p:sp>
        <p:nvSpPr>
          <p:cNvPr id="16" name="텍스트 개체 틀 5"/>
          <p:cNvSpPr>
            <a:spLocks noGrp="1"/>
          </p:cNvSpPr>
          <p:nvPr>
            <p:ph type="body" sz="quarter" idx="18" hasCustomPrompt="1"/>
          </p:nvPr>
        </p:nvSpPr>
        <p:spPr>
          <a:xfrm>
            <a:off x="2174324" y="8017315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0000</a:t>
            </a:r>
            <a:endParaRPr lang="ko-KR" altLang="en-US" dirty="0"/>
          </a:p>
        </p:txBody>
      </p:sp>
      <p:sp>
        <p:nvSpPr>
          <p:cNvPr id="17" name="텍스트 개체 틀 5"/>
          <p:cNvSpPr>
            <a:spLocks noGrp="1"/>
          </p:cNvSpPr>
          <p:nvPr>
            <p:ph type="body" sz="quarter" idx="19" hasCustomPrompt="1"/>
          </p:nvPr>
        </p:nvSpPr>
        <p:spPr>
          <a:xfrm>
            <a:off x="2859095" y="8017315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18" name="텍스트 개체 틀 5"/>
          <p:cNvSpPr>
            <a:spLocks noGrp="1"/>
          </p:cNvSpPr>
          <p:nvPr>
            <p:ph type="body" sz="quarter" idx="20" hasCustomPrompt="1"/>
          </p:nvPr>
        </p:nvSpPr>
        <p:spPr>
          <a:xfrm>
            <a:off x="3537859" y="8017315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2" name="텍스트 개체 틀 5">
            <a:extLst>
              <a:ext uri="{FF2B5EF4-FFF2-40B4-BE49-F238E27FC236}">
                <a16:creationId xmlns:a16="http://schemas.microsoft.com/office/drawing/2014/main" id="{4896182F-CB7F-FBA3-6A3E-EF819B9D93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96405" y="2592715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1653489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5"/>
          <p:cNvSpPr>
            <a:spLocks noGrp="1"/>
          </p:cNvSpPr>
          <p:nvPr>
            <p:ph type="body" sz="quarter" idx="10" hasCustomPrompt="1"/>
          </p:nvPr>
        </p:nvSpPr>
        <p:spPr>
          <a:xfrm>
            <a:off x="1996405" y="1906297"/>
            <a:ext cx="2700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1996405" y="2325706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7" name="텍스트 개체 틀 5"/>
          <p:cNvSpPr>
            <a:spLocks noGrp="1"/>
          </p:cNvSpPr>
          <p:nvPr>
            <p:ph type="body" sz="quarter" idx="12" hasCustomPrompt="1"/>
          </p:nvPr>
        </p:nvSpPr>
        <p:spPr>
          <a:xfrm>
            <a:off x="1996405" y="3154999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750"/>
              </a:spcBef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9" name="텍스트 개체 틀 5"/>
          <p:cNvSpPr>
            <a:spLocks noGrp="1"/>
          </p:cNvSpPr>
          <p:nvPr>
            <p:ph type="body" sz="quarter" idx="14" hasCustomPrompt="1"/>
          </p:nvPr>
        </p:nvSpPr>
        <p:spPr>
          <a:xfrm>
            <a:off x="5511276" y="1907884"/>
            <a:ext cx="864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dist">
              <a:buNone/>
              <a:defRPr sz="1100" b="1" spc="-100" baseline="0">
                <a:latin typeface="바탕체" panose="02030609000101010101" pitchFamily="17" charset="-127"/>
                <a:ea typeface="바탕체" panose="02030609000101010101" pitchFamily="17" charset="-127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Account</a:t>
            </a:r>
            <a:endParaRPr lang="ko-KR" altLang="en-US" dirty="0"/>
          </a:p>
        </p:txBody>
      </p:sp>
      <p:sp>
        <p:nvSpPr>
          <p:cNvPr id="16" name="텍스트 개체 틀 5"/>
          <p:cNvSpPr>
            <a:spLocks noGrp="1"/>
          </p:cNvSpPr>
          <p:nvPr>
            <p:ph type="body" sz="quarter" idx="18" hasCustomPrompt="1"/>
          </p:nvPr>
        </p:nvSpPr>
        <p:spPr>
          <a:xfrm>
            <a:off x="2174324" y="8017315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0000</a:t>
            </a:r>
            <a:endParaRPr lang="ko-KR" altLang="en-US" dirty="0"/>
          </a:p>
        </p:txBody>
      </p:sp>
      <p:sp>
        <p:nvSpPr>
          <p:cNvPr id="17" name="텍스트 개체 틀 5"/>
          <p:cNvSpPr>
            <a:spLocks noGrp="1"/>
          </p:cNvSpPr>
          <p:nvPr>
            <p:ph type="body" sz="quarter" idx="19" hasCustomPrompt="1"/>
          </p:nvPr>
        </p:nvSpPr>
        <p:spPr>
          <a:xfrm>
            <a:off x="2859095" y="8017315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18" name="텍스트 개체 틀 5"/>
          <p:cNvSpPr>
            <a:spLocks noGrp="1"/>
          </p:cNvSpPr>
          <p:nvPr>
            <p:ph type="body" sz="quarter" idx="20" hasCustomPrompt="1"/>
          </p:nvPr>
        </p:nvSpPr>
        <p:spPr>
          <a:xfrm>
            <a:off x="3537859" y="8017315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2" name="텍스트 개체 틀 5">
            <a:extLst>
              <a:ext uri="{FF2B5EF4-FFF2-40B4-BE49-F238E27FC236}">
                <a16:creationId xmlns:a16="http://schemas.microsoft.com/office/drawing/2014/main" id="{4896182F-CB7F-FBA3-6A3E-EF819B9D93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96405" y="2741940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1476630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5"/>
          <p:cNvSpPr>
            <a:spLocks noGrp="1"/>
          </p:cNvSpPr>
          <p:nvPr>
            <p:ph type="body" sz="quarter" idx="10" hasCustomPrompt="1"/>
          </p:nvPr>
        </p:nvSpPr>
        <p:spPr>
          <a:xfrm>
            <a:off x="1996405" y="1906297"/>
            <a:ext cx="2700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1996405" y="2325706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7" name="텍스트 개체 틀 5"/>
          <p:cNvSpPr>
            <a:spLocks noGrp="1"/>
          </p:cNvSpPr>
          <p:nvPr>
            <p:ph type="body" sz="quarter" idx="12" hasCustomPrompt="1"/>
          </p:nvPr>
        </p:nvSpPr>
        <p:spPr>
          <a:xfrm>
            <a:off x="1996405" y="3154999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750"/>
              </a:spcBef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9" name="텍스트 개체 틀 5"/>
          <p:cNvSpPr>
            <a:spLocks noGrp="1"/>
          </p:cNvSpPr>
          <p:nvPr>
            <p:ph type="body" sz="quarter" idx="14" hasCustomPrompt="1"/>
          </p:nvPr>
        </p:nvSpPr>
        <p:spPr>
          <a:xfrm>
            <a:off x="5511276" y="1907884"/>
            <a:ext cx="864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dist">
              <a:buNone/>
              <a:defRPr sz="1100" b="1" spc="-100" baseline="0">
                <a:latin typeface="바탕체" panose="02030609000101010101" pitchFamily="17" charset="-127"/>
                <a:ea typeface="바탕체" panose="02030609000101010101" pitchFamily="17" charset="-127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Account</a:t>
            </a:r>
            <a:endParaRPr lang="ko-KR" altLang="en-US" dirty="0"/>
          </a:p>
        </p:txBody>
      </p:sp>
      <p:sp>
        <p:nvSpPr>
          <p:cNvPr id="16" name="텍스트 개체 틀 5"/>
          <p:cNvSpPr>
            <a:spLocks noGrp="1"/>
          </p:cNvSpPr>
          <p:nvPr>
            <p:ph type="body" sz="quarter" idx="18" hasCustomPrompt="1"/>
          </p:nvPr>
        </p:nvSpPr>
        <p:spPr>
          <a:xfrm>
            <a:off x="2174324" y="8017315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0000</a:t>
            </a:r>
            <a:endParaRPr lang="ko-KR" altLang="en-US" dirty="0"/>
          </a:p>
        </p:txBody>
      </p:sp>
      <p:sp>
        <p:nvSpPr>
          <p:cNvPr id="17" name="텍스트 개체 틀 5"/>
          <p:cNvSpPr>
            <a:spLocks noGrp="1"/>
          </p:cNvSpPr>
          <p:nvPr>
            <p:ph type="body" sz="quarter" idx="19" hasCustomPrompt="1"/>
          </p:nvPr>
        </p:nvSpPr>
        <p:spPr>
          <a:xfrm>
            <a:off x="2859095" y="8017315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18" name="텍스트 개체 틀 5"/>
          <p:cNvSpPr>
            <a:spLocks noGrp="1"/>
          </p:cNvSpPr>
          <p:nvPr>
            <p:ph type="body" sz="quarter" idx="20" hasCustomPrompt="1"/>
          </p:nvPr>
        </p:nvSpPr>
        <p:spPr>
          <a:xfrm>
            <a:off x="3537859" y="8017315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2" name="텍스트 개체 틀 5">
            <a:extLst>
              <a:ext uri="{FF2B5EF4-FFF2-40B4-BE49-F238E27FC236}">
                <a16:creationId xmlns:a16="http://schemas.microsoft.com/office/drawing/2014/main" id="{4896182F-CB7F-FBA3-6A3E-EF819B9D93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96405" y="2741940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159310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5"/>
          <p:cNvSpPr>
            <a:spLocks noGrp="1"/>
          </p:cNvSpPr>
          <p:nvPr>
            <p:ph type="body" sz="quarter" idx="10" hasCustomPrompt="1"/>
          </p:nvPr>
        </p:nvSpPr>
        <p:spPr>
          <a:xfrm>
            <a:off x="1996405" y="1905504"/>
            <a:ext cx="2700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1996405" y="2425720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9" name="텍스트 개체 틀 5"/>
          <p:cNvSpPr>
            <a:spLocks noGrp="1"/>
          </p:cNvSpPr>
          <p:nvPr>
            <p:ph type="body" sz="quarter" idx="14" hasCustomPrompt="1"/>
          </p:nvPr>
        </p:nvSpPr>
        <p:spPr>
          <a:xfrm>
            <a:off x="5511276" y="1907091"/>
            <a:ext cx="864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dist">
              <a:buNone/>
              <a:defRPr sz="1100" b="1" spc="-100" baseline="0">
                <a:latin typeface="바탕체" panose="02030609000101010101" pitchFamily="17" charset="-127"/>
                <a:ea typeface="바탕체" panose="02030609000101010101" pitchFamily="17" charset="-127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Account</a:t>
            </a:r>
            <a:endParaRPr lang="ko-KR" altLang="en-US" dirty="0"/>
          </a:p>
        </p:txBody>
      </p:sp>
      <p:sp>
        <p:nvSpPr>
          <p:cNvPr id="16" name="텍스트 개체 틀 5"/>
          <p:cNvSpPr>
            <a:spLocks noGrp="1"/>
          </p:cNvSpPr>
          <p:nvPr>
            <p:ph type="body" sz="quarter" idx="18" hasCustomPrompt="1"/>
          </p:nvPr>
        </p:nvSpPr>
        <p:spPr>
          <a:xfrm>
            <a:off x="2174324" y="8017315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0000</a:t>
            </a:r>
            <a:endParaRPr lang="ko-KR" altLang="en-US" dirty="0"/>
          </a:p>
        </p:txBody>
      </p:sp>
      <p:sp>
        <p:nvSpPr>
          <p:cNvPr id="17" name="텍스트 개체 틀 5"/>
          <p:cNvSpPr>
            <a:spLocks noGrp="1"/>
          </p:cNvSpPr>
          <p:nvPr>
            <p:ph type="body" sz="quarter" idx="19" hasCustomPrompt="1"/>
          </p:nvPr>
        </p:nvSpPr>
        <p:spPr>
          <a:xfrm>
            <a:off x="2859095" y="8017315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18" name="텍스트 개체 틀 5"/>
          <p:cNvSpPr>
            <a:spLocks noGrp="1"/>
          </p:cNvSpPr>
          <p:nvPr>
            <p:ph type="body" sz="quarter" idx="20" hasCustomPrompt="1"/>
          </p:nvPr>
        </p:nvSpPr>
        <p:spPr>
          <a:xfrm>
            <a:off x="3537859" y="8017315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2" name="텍스트 개체 틀 5">
            <a:extLst>
              <a:ext uri="{FF2B5EF4-FFF2-40B4-BE49-F238E27FC236}">
                <a16:creationId xmlns:a16="http://schemas.microsoft.com/office/drawing/2014/main" id="{4896182F-CB7F-FBA3-6A3E-EF819B9D93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96405" y="2960217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1931323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5"/>
          <p:cNvSpPr>
            <a:spLocks noGrp="1"/>
          </p:cNvSpPr>
          <p:nvPr>
            <p:ph type="body" sz="quarter" idx="10" hasCustomPrompt="1"/>
          </p:nvPr>
        </p:nvSpPr>
        <p:spPr>
          <a:xfrm>
            <a:off x="1996405" y="1905504"/>
            <a:ext cx="2700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1996405" y="2425720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9" name="텍스트 개체 틀 5"/>
          <p:cNvSpPr>
            <a:spLocks noGrp="1"/>
          </p:cNvSpPr>
          <p:nvPr>
            <p:ph type="body" sz="quarter" idx="14" hasCustomPrompt="1"/>
          </p:nvPr>
        </p:nvSpPr>
        <p:spPr>
          <a:xfrm>
            <a:off x="5511276" y="1907091"/>
            <a:ext cx="864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dist">
              <a:buNone/>
              <a:defRPr sz="1100" b="1" spc="-100" baseline="0">
                <a:latin typeface="바탕체" panose="02030609000101010101" pitchFamily="17" charset="-127"/>
                <a:ea typeface="바탕체" panose="02030609000101010101" pitchFamily="17" charset="-127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Account</a:t>
            </a:r>
            <a:endParaRPr lang="ko-KR" altLang="en-US" dirty="0"/>
          </a:p>
        </p:txBody>
      </p:sp>
      <p:sp>
        <p:nvSpPr>
          <p:cNvPr id="16" name="텍스트 개체 틀 5"/>
          <p:cNvSpPr>
            <a:spLocks noGrp="1"/>
          </p:cNvSpPr>
          <p:nvPr>
            <p:ph type="body" sz="quarter" idx="18" hasCustomPrompt="1"/>
          </p:nvPr>
        </p:nvSpPr>
        <p:spPr>
          <a:xfrm>
            <a:off x="2174324" y="8017315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0000</a:t>
            </a:r>
            <a:endParaRPr lang="ko-KR" altLang="en-US" dirty="0"/>
          </a:p>
        </p:txBody>
      </p:sp>
      <p:sp>
        <p:nvSpPr>
          <p:cNvPr id="17" name="텍스트 개체 틀 5"/>
          <p:cNvSpPr>
            <a:spLocks noGrp="1"/>
          </p:cNvSpPr>
          <p:nvPr>
            <p:ph type="body" sz="quarter" idx="19" hasCustomPrompt="1"/>
          </p:nvPr>
        </p:nvSpPr>
        <p:spPr>
          <a:xfrm>
            <a:off x="2859095" y="8017315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18" name="텍스트 개체 틀 5"/>
          <p:cNvSpPr>
            <a:spLocks noGrp="1"/>
          </p:cNvSpPr>
          <p:nvPr>
            <p:ph type="body" sz="quarter" idx="20" hasCustomPrompt="1"/>
          </p:nvPr>
        </p:nvSpPr>
        <p:spPr>
          <a:xfrm>
            <a:off x="3537859" y="8017315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2" name="텍스트 개체 틀 5">
            <a:extLst>
              <a:ext uri="{FF2B5EF4-FFF2-40B4-BE49-F238E27FC236}">
                <a16:creationId xmlns:a16="http://schemas.microsoft.com/office/drawing/2014/main" id="{4896182F-CB7F-FBA3-6A3E-EF819B9D93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96405" y="2960217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991033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5"/>
          <p:cNvSpPr>
            <a:spLocks noGrp="1"/>
          </p:cNvSpPr>
          <p:nvPr>
            <p:ph type="body" sz="quarter" idx="10" hasCustomPrompt="1"/>
          </p:nvPr>
        </p:nvSpPr>
        <p:spPr>
          <a:xfrm>
            <a:off x="1996405" y="1605848"/>
            <a:ext cx="2700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1996405" y="2025257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7" name="텍스트 개체 틀 5"/>
          <p:cNvSpPr>
            <a:spLocks noGrp="1"/>
          </p:cNvSpPr>
          <p:nvPr>
            <p:ph type="body" sz="quarter" idx="12" hasCustomPrompt="1"/>
          </p:nvPr>
        </p:nvSpPr>
        <p:spPr>
          <a:xfrm>
            <a:off x="1996405" y="2854550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750"/>
              </a:spcBef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9" name="텍스트 개체 틀 5"/>
          <p:cNvSpPr>
            <a:spLocks noGrp="1"/>
          </p:cNvSpPr>
          <p:nvPr>
            <p:ph type="body" sz="quarter" idx="14" hasCustomPrompt="1"/>
          </p:nvPr>
        </p:nvSpPr>
        <p:spPr>
          <a:xfrm>
            <a:off x="5511276" y="1607435"/>
            <a:ext cx="864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dist">
              <a:buNone/>
              <a:defRPr sz="1100" b="1" spc="-100" baseline="0">
                <a:latin typeface="바탕체" panose="02030609000101010101" pitchFamily="17" charset="-127"/>
                <a:ea typeface="바탕체" panose="02030609000101010101" pitchFamily="17" charset="-127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Account</a:t>
            </a:r>
            <a:endParaRPr lang="ko-KR" altLang="en-US" dirty="0"/>
          </a:p>
        </p:txBody>
      </p:sp>
      <p:sp>
        <p:nvSpPr>
          <p:cNvPr id="16" name="텍스트 개체 틀 5"/>
          <p:cNvSpPr>
            <a:spLocks noGrp="1"/>
          </p:cNvSpPr>
          <p:nvPr>
            <p:ph type="body" sz="quarter" idx="18" hasCustomPrompt="1"/>
          </p:nvPr>
        </p:nvSpPr>
        <p:spPr>
          <a:xfrm>
            <a:off x="2174324" y="8187134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0000</a:t>
            </a:r>
            <a:endParaRPr lang="ko-KR" altLang="en-US" dirty="0"/>
          </a:p>
        </p:txBody>
      </p:sp>
      <p:sp>
        <p:nvSpPr>
          <p:cNvPr id="17" name="텍스트 개체 틀 5"/>
          <p:cNvSpPr>
            <a:spLocks noGrp="1"/>
          </p:cNvSpPr>
          <p:nvPr>
            <p:ph type="body" sz="quarter" idx="19" hasCustomPrompt="1"/>
          </p:nvPr>
        </p:nvSpPr>
        <p:spPr>
          <a:xfrm>
            <a:off x="2859095" y="8187134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18" name="텍스트 개체 틀 5"/>
          <p:cNvSpPr>
            <a:spLocks noGrp="1"/>
          </p:cNvSpPr>
          <p:nvPr>
            <p:ph type="body" sz="quarter" idx="20" hasCustomPrompt="1"/>
          </p:nvPr>
        </p:nvSpPr>
        <p:spPr>
          <a:xfrm>
            <a:off x="3537859" y="8187134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2" name="텍스트 개체 틀 5">
            <a:extLst>
              <a:ext uri="{FF2B5EF4-FFF2-40B4-BE49-F238E27FC236}">
                <a16:creationId xmlns:a16="http://schemas.microsoft.com/office/drawing/2014/main" id="{4896182F-CB7F-FBA3-6A3E-EF819B9D93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96405" y="2441491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60848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그림 3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100533"/>
            <a:ext cx="6858000" cy="97049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A6D02C-E406-723B-B0B0-DF73A1BE6256}"/>
              </a:ext>
            </a:extLst>
          </p:cNvPr>
          <p:cNvSpPr txBox="1"/>
          <p:nvPr userDrawn="1"/>
        </p:nvSpPr>
        <p:spPr>
          <a:xfrm>
            <a:off x="0" y="771724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라이선스 확인서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0" y="8517027"/>
            <a:ext cx="6858000" cy="1117600"/>
            <a:chOff x="0" y="8062097"/>
            <a:chExt cx="6858000" cy="1117600"/>
          </a:xfrm>
        </p:grpSpPr>
        <p:pic>
          <p:nvPicPr>
            <p:cNvPr id="7" name="그림 6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368" t="81274" r="13705" b="7211"/>
            <a:stretch/>
          </p:blipFill>
          <p:spPr>
            <a:xfrm>
              <a:off x="4333789" y="8062097"/>
              <a:ext cx="1092200" cy="1117600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2135" b="4201"/>
            <a:stretch/>
          </p:blipFill>
          <p:spPr>
            <a:xfrm>
              <a:off x="0" y="8356600"/>
              <a:ext cx="6858000" cy="355600"/>
            </a:xfrm>
            <a:prstGeom prst="rect">
              <a:avLst/>
            </a:prstGeom>
          </p:spPr>
        </p:pic>
      </p:grpSp>
      <p:graphicFrame>
        <p:nvGraphicFramePr>
          <p:cNvPr id="15" name="표 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783309"/>
              </p:ext>
            </p:extLst>
          </p:nvPr>
        </p:nvGraphicFramePr>
        <p:xfrm>
          <a:off x="549000" y="3697437"/>
          <a:ext cx="5760000" cy="370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8110">
                  <a:extLst>
                    <a:ext uri="{9D8B030D-6E8A-4147-A177-3AD203B41FA5}">
                      <a16:colId xmlns:a16="http://schemas.microsoft.com/office/drawing/2014/main" val="657880052"/>
                    </a:ext>
                  </a:extLst>
                </a:gridCol>
                <a:gridCol w="4458136">
                  <a:extLst>
                    <a:ext uri="{9D8B030D-6E8A-4147-A177-3AD203B41FA5}">
                      <a16:colId xmlns:a16="http://schemas.microsoft.com/office/drawing/2014/main" val="1251565783"/>
                    </a:ext>
                  </a:extLst>
                </a:gridCol>
                <a:gridCol w="893754">
                  <a:extLst>
                    <a:ext uri="{9D8B030D-6E8A-4147-A177-3AD203B41FA5}">
                      <a16:colId xmlns:a16="http://schemas.microsoft.com/office/drawing/2014/main" val="3625992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Software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QTY.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962098"/>
                  </a:ext>
                </a:extLst>
              </a:tr>
            </a:tbl>
          </a:graphicData>
        </a:graphic>
      </p:graphicFrame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5D996666-48B8-9A9A-2FA9-8A7D119611E4}"/>
              </a:ext>
            </a:extLst>
          </p:cNvPr>
          <p:cNvSpPr/>
          <p:nvPr userDrawn="1"/>
        </p:nvSpPr>
        <p:spPr>
          <a:xfrm>
            <a:off x="5410200" y="8801100"/>
            <a:ext cx="1155700" cy="736600"/>
          </a:xfrm>
          <a:custGeom>
            <a:avLst/>
            <a:gdLst>
              <a:gd name="connsiteX0" fmla="*/ 342900 w 1155700"/>
              <a:gd name="connsiteY0" fmla="*/ 12700 h 736600"/>
              <a:gd name="connsiteX1" fmla="*/ 0 w 1155700"/>
              <a:gd name="connsiteY1" fmla="*/ 355600 h 736600"/>
              <a:gd name="connsiteX2" fmla="*/ 279400 w 1155700"/>
              <a:gd name="connsiteY2" fmla="*/ 736600 h 736600"/>
              <a:gd name="connsiteX3" fmla="*/ 774700 w 1155700"/>
              <a:gd name="connsiteY3" fmla="*/ 723900 h 736600"/>
              <a:gd name="connsiteX4" fmla="*/ 1155700 w 1155700"/>
              <a:gd name="connsiteY4" fmla="*/ 520700 h 736600"/>
              <a:gd name="connsiteX5" fmla="*/ 1155700 w 1155700"/>
              <a:gd name="connsiteY5" fmla="*/ 152400 h 736600"/>
              <a:gd name="connsiteX6" fmla="*/ 584200 w 1155700"/>
              <a:gd name="connsiteY6" fmla="*/ 0 h 736600"/>
              <a:gd name="connsiteX7" fmla="*/ 342900 w 1155700"/>
              <a:gd name="connsiteY7" fmla="*/ 12700 h 73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5700" h="736600">
                <a:moveTo>
                  <a:pt x="342900" y="12700"/>
                </a:moveTo>
                <a:lnTo>
                  <a:pt x="0" y="355600"/>
                </a:lnTo>
                <a:lnTo>
                  <a:pt x="279400" y="736600"/>
                </a:lnTo>
                <a:lnTo>
                  <a:pt x="774700" y="723900"/>
                </a:lnTo>
                <a:lnTo>
                  <a:pt x="1155700" y="520700"/>
                </a:lnTo>
                <a:lnTo>
                  <a:pt x="1155700" y="152400"/>
                </a:lnTo>
                <a:lnTo>
                  <a:pt x="584200" y="0"/>
                </a:lnTo>
                <a:lnTo>
                  <a:pt x="342900" y="127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28B6F3-D22A-CE05-2EC9-B27078D39C1F}"/>
              </a:ext>
            </a:extLst>
          </p:cNvPr>
          <p:cNvSpPr txBox="1"/>
          <p:nvPr userDrawn="1"/>
        </p:nvSpPr>
        <p:spPr>
          <a:xfrm>
            <a:off x="531000" y="5936380"/>
            <a:ext cx="5796000" cy="1616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본 확인서는 당사에서 공급한 제품이 정품 소프트웨어임을 보증하고 </a:t>
            </a:r>
            <a:endParaRPr lang="en-US" altLang="ko-KR" sz="1300" b="1" dirty="0">
              <a:effectLst/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체결한 소프트웨어 라이선스 계약에 따라 상기 고객에게 </a:t>
            </a:r>
            <a:endParaRPr lang="en-US" altLang="ko-KR" sz="1300" b="1" dirty="0">
              <a:effectLst/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사용 권한이 부여되었음을 확인합니다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.</a:t>
            </a:r>
          </a:p>
          <a:p>
            <a:pPr algn="ctr" latinLnBrk="0" hangingPunct="1">
              <a:lnSpc>
                <a:spcPct val="130000"/>
              </a:lnSpc>
            </a:pP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 </a:t>
            </a: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본 확인서와 체결한 소프트웨어 라이선스 계약 간 내용이 충돌할 경우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, </a:t>
            </a: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소프트웨어 라이선스의 내용이 우선합니다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.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E2A7570-4712-28CA-EE73-FD1F306842AB}"/>
              </a:ext>
            </a:extLst>
          </p:cNvPr>
          <p:cNvGrpSpPr/>
          <p:nvPr userDrawn="1"/>
        </p:nvGrpSpPr>
        <p:grpSpPr>
          <a:xfrm>
            <a:off x="480060" y="1888087"/>
            <a:ext cx="1779600" cy="267960"/>
            <a:chOff x="480060" y="1888087"/>
            <a:chExt cx="1779600" cy="26796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21286AE-9589-9C81-E345-85261A55499E}"/>
                </a:ext>
              </a:extLst>
            </p:cNvPr>
            <p:cNvSpPr txBox="1"/>
            <p:nvPr userDrawn="1"/>
          </p:nvSpPr>
          <p:spPr>
            <a:xfrm>
              <a:off x="480060" y="1888087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고객명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2B298D9-5933-2D0C-75A0-209E7A7ECDEA}"/>
                </a:ext>
              </a:extLst>
            </p:cNvPr>
            <p:cNvSpPr txBox="1"/>
            <p:nvPr userDrawn="1"/>
          </p:nvSpPr>
          <p:spPr>
            <a:xfrm>
              <a:off x="1863660" y="1894437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C4105C4A-D4D4-50F2-18F1-A71FF095C4AD}"/>
              </a:ext>
            </a:extLst>
          </p:cNvPr>
          <p:cNvGrpSpPr/>
          <p:nvPr userDrawn="1"/>
        </p:nvGrpSpPr>
        <p:grpSpPr>
          <a:xfrm>
            <a:off x="480060" y="2229843"/>
            <a:ext cx="1779600" cy="267960"/>
            <a:chOff x="480060" y="2229843"/>
            <a:chExt cx="1779600" cy="26796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15B131-245E-31CD-E2B3-16D3D9F00695}"/>
                </a:ext>
              </a:extLst>
            </p:cNvPr>
            <p:cNvSpPr txBox="1"/>
            <p:nvPr userDrawn="1"/>
          </p:nvSpPr>
          <p:spPr>
            <a:xfrm>
              <a:off x="480060" y="2229843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설치장소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AC637AD-6109-4457-9044-A476FB68AB10}"/>
                </a:ext>
              </a:extLst>
            </p:cNvPr>
            <p:cNvSpPr txBox="1"/>
            <p:nvPr userDrawn="1"/>
          </p:nvSpPr>
          <p:spPr>
            <a:xfrm>
              <a:off x="1863660" y="2236193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5EA886E-9CBB-3077-FBDD-1AE73F0A6865}"/>
              </a:ext>
            </a:extLst>
          </p:cNvPr>
          <p:cNvGrpSpPr/>
          <p:nvPr userDrawn="1"/>
        </p:nvGrpSpPr>
        <p:grpSpPr>
          <a:xfrm>
            <a:off x="480060" y="2571599"/>
            <a:ext cx="1779600" cy="267960"/>
            <a:chOff x="480060" y="2571599"/>
            <a:chExt cx="1779600" cy="26796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00F4428-2FAF-C2D1-0AA3-AB33D87E0606}"/>
                </a:ext>
              </a:extLst>
            </p:cNvPr>
            <p:cNvSpPr txBox="1"/>
            <p:nvPr userDrawn="1"/>
          </p:nvSpPr>
          <p:spPr>
            <a:xfrm>
              <a:off x="480060" y="2571599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라이선스 유형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1F2F131-202A-F96F-AA71-525F905317B7}"/>
                </a:ext>
              </a:extLst>
            </p:cNvPr>
            <p:cNvSpPr txBox="1"/>
            <p:nvPr userDrawn="1"/>
          </p:nvSpPr>
          <p:spPr>
            <a:xfrm>
              <a:off x="1863660" y="2577949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44A0815-6978-5613-06A5-7607085EB4A0}"/>
              </a:ext>
            </a:extLst>
          </p:cNvPr>
          <p:cNvGrpSpPr/>
          <p:nvPr userDrawn="1"/>
        </p:nvGrpSpPr>
        <p:grpSpPr>
          <a:xfrm>
            <a:off x="480060" y="2913355"/>
            <a:ext cx="1779600" cy="267960"/>
            <a:chOff x="480060" y="2913355"/>
            <a:chExt cx="1779600" cy="26796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A3C103E-046A-2CB9-AA0E-B2B09B6C5AF2}"/>
                </a:ext>
              </a:extLst>
            </p:cNvPr>
            <p:cNvSpPr txBox="1"/>
            <p:nvPr userDrawn="1"/>
          </p:nvSpPr>
          <p:spPr>
            <a:xfrm>
              <a:off x="480060" y="2913355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라이선스 보증기간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4961F64-0541-A91B-23A1-2B76D58C1FE4}"/>
                </a:ext>
              </a:extLst>
            </p:cNvPr>
            <p:cNvSpPr txBox="1"/>
            <p:nvPr userDrawn="1"/>
          </p:nvSpPr>
          <p:spPr>
            <a:xfrm>
              <a:off x="1863660" y="2919705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BC3803B5-D658-D1F0-5F85-A17463172BC5}"/>
              </a:ext>
            </a:extLst>
          </p:cNvPr>
          <p:cNvGrpSpPr/>
          <p:nvPr userDrawn="1"/>
        </p:nvGrpSpPr>
        <p:grpSpPr>
          <a:xfrm>
            <a:off x="480060" y="3255113"/>
            <a:ext cx="1779600" cy="267960"/>
            <a:chOff x="480060" y="3255113"/>
            <a:chExt cx="1779600" cy="26796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46FDF3F-619D-CA39-F329-FA95AFC6E3F4}"/>
                </a:ext>
              </a:extLst>
            </p:cNvPr>
            <p:cNvSpPr txBox="1"/>
            <p:nvPr userDrawn="1"/>
          </p:nvSpPr>
          <p:spPr>
            <a:xfrm>
              <a:off x="480060" y="3255113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en-US" altLang="ko-KR" sz="1100" b="0" dirty="0">
                  <a:latin typeface="Arial" panose="020B0604020202020204" pitchFamily="34" charset="0"/>
                  <a:ea typeface="바탕체" panose="02030609000101010101" pitchFamily="17" charset="-127"/>
                  <a:cs typeface="Arial" panose="020B0604020202020204" pitchFamily="34" charset="0"/>
                </a:rPr>
                <a:t>Key User</a:t>
              </a:r>
              <a:endParaRPr lang="ko-KR" altLang="en-US" sz="1100" b="0" dirty="0">
                <a:latin typeface="Arial" panose="020B0604020202020204" pitchFamily="34" charset="0"/>
                <a:ea typeface="바탕체" panose="02030609000101010101" pitchFamily="17" charset="-127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7911EFA-4177-70B4-B3C4-AF6CC05820B8}"/>
                </a:ext>
              </a:extLst>
            </p:cNvPr>
            <p:cNvSpPr txBox="1"/>
            <p:nvPr userDrawn="1"/>
          </p:nvSpPr>
          <p:spPr>
            <a:xfrm>
              <a:off x="1863660" y="3261463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307462B-9491-E1D2-AEF1-6A6C97D4CED2}"/>
              </a:ext>
            </a:extLst>
          </p:cNvPr>
          <p:cNvGrpSpPr/>
          <p:nvPr userDrawn="1"/>
        </p:nvGrpSpPr>
        <p:grpSpPr>
          <a:xfrm>
            <a:off x="4685714" y="1894437"/>
            <a:ext cx="1079149" cy="265420"/>
            <a:chOff x="4609514" y="1880393"/>
            <a:chExt cx="1079149" cy="26542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0747F56-4914-3048-5DA0-64A3545A37F9}"/>
                </a:ext>
              </a:extLst>
            </p:cNvPr>
            <p:cNvSpPr txBox="1"/>
            <p:nvPr userDrawn="1"/>
          </p:nvSpPr>
          <p:spPr>
            <a:xfrm>
              <a:off x="4609514" y="1880393"/>
              <a:ext cx="864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고객번호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288CF7B-DF5D-A493-12F0-63EB636C2A1E}"/>
                </a:ext>
              </a:extLst>
            </p:cNvPr>
            <p:cNvSpPr txBox="1"/>
            <p:nvPr userDrawn="1"/>
          </p:nvSpPr>
          <p:spPr>
            <a:xfrm>
              <a:off x="5328663" y="1884203"/>
              <a:ext cx="360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614234F-A52C-6117-E31D-909EE522C9F3}"/>
              </a:ext>
            </a:extLst>
          </p:cNvPr>
          <p:cNvSpPr txBox="1"/>
          <p:nvPr userDrawn="1"/>
        </p:nvSpPr>
        <p:spPr>
          <a:xfrm>
            <a:off x="2673000" y="8012127"/>
            <a:ext cx="169200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ko-KR" altLang="en-US" sz="12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년 월 일</a:t>
            </a:r>
          </a:p>
        </p:txBody>
      </p:sp>
    </p:spTree>
    <p:extLst>
      <p:ext uri="{BB962C8B-B14F-4D97-AF65-F5344CB8AC3E}">
        <p14:creationId xmlns:p14="http://schemas.microsoft.com/office/powerpoint/2010/main" val="3086242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그림 3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100533"/>
            <a:ext cx="6858000" cy="97049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A6D02C-E406-723B-B0B0-DF73A1BE6256}"/>
              </a:ext>
            </a:extLst>
          </p:cNvPr>
          <p:cNvSpPr txBox="1"/>
          <p:nvPr userDrawn="1"/>
        </p:nvSpPr>
        <p:spPr>
          <a:xfrm>
            <a:off x="0" y="771724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라이선스 확인서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0" y="8517027"/>
            <a:ext cx="6858000" cy="1117600"/>
            <a:chOff x="0" y="8062097"/>
            <a:chExt cx="6858000" cy="1117600"/>
          </a:xfrm>
        </p:grpSpPr>
        <p:pic>
          <p:nvPicPr>
            <p:cNvPr id="7" name="그림 6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368" t="81274" r="13705" b="7211"/>
            <a:stretch/>
          </p:blipFill>
          <p:spPr>
            <a:xfrm>
              <a:off x="4333789" y="8062097"/>
              <a:ext cx="1092200" cy="1117600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2135" b="4201"/>
            <a:stretch/>
          </p:blipFill>
          <p:spPr>
            <a:xfrm>
              <a:off x="0" y="8356600"/>
              <a:ext cx="6858000" cy="355600"/>
            </a:xfrm>
            <a:prstGeom prst="rect">
              <a:avLst/>
            </a:prstGeom>
          </p:spPr>
        </p:pic>
      </p:grpSp>
      <p:graphicFrame>
        <p:nvGraphicFramePr>
          <p:cNvPr id="15" name="표 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783309"/>
              </p:ext>
            </p:extLst>
          </p:nvPr>
        </p:nvGraphicFramePr>
        <p:xfrm>
          <a:off x="549000" y="3697437"/>
          <a:ext cx="5760000" cy="370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8110">
                  <a:extLst>
                    <a:ext uri="{9D8B030D-6E8A-4147-A177-3AD203B41FA5}">
                      <a16:colId xmlns:a16="http://schemas.microsoft.com/office/drawing/2014/main" val="657880052"/>
                    </a:ext>
                  </a:extLst>
                </a:gridCol>
                <a:gridCol w="4458136">
                  <a:extLst>
                    <a:ext uri="{9D8B030D-6E8A-4147-A177-3AD203B41FA5}">
                      <a16:colId xmlns:a16="http://schemas.microsoft.com/office/drawing/2014/main" val="1251565783"/>
                    </a:ext>
                  </a:extLst>
                </a:gridCol>
                <a:gridCol w="893754">
                  <a:extLst>
                    <a:ext uri="{9D8B030D-6E8A-4147-A177-3AD203B41FA5}">
                      <a16:colId xmlns:a16="http://schemas.microsoft.com/office/drawing/2014/main" val="3625992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Software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QTY.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962098"/>
                  </a:ext>
                </a:extLst>
              </a:tr>
            </a:tbl>
          </a:graphicData>
        </a:graphic>
      </p:graphicFrame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5D996666-48B8-9A9A-2FA9-8A7D119611E4}"/>
              </a:ext>
            </a:extLst>
          </p:cNvPr>
          <p:cNvSpPr/>
          <p:nvPr userDrawn="1"/>
        </p:nvSpPr>
        <p:spPr>
          <a:xfrm>
            <a:off x="5410200" y="8801100"/>
            <a:ext cx="1155700" cy="736600"/>
          </a:xfrm>
          <a:custGeom>
            <a:avLst/>
            <a:gdLst>
              <a:gd name="connsiteX0" fmla="*/ 342900 w 1155700"/>
              <a:gd name="connsiteY0" fmla="*/ 12700 h 736600"/>
              <a:gd name="connsiteX1" fmla="*/ 0 w 1155700"/>
              <a:gd name="connsiteY1" fmla="*/ 355600 h 736600"/>
              <a:gd name="connsiteX2" fmla="*/ 279400 w 1155700"/>
              <a:gd name="connsiteY2" fmla="*/ 736600 h 736600"/>
              <a:gd name="connsiteX3" fmla="*/ 774700 w 1155700"/>
              <a:gd name="connsiteY3" fmla="*/ 723900 h 736600"/>
              <a:gd name="connsiteX4" fmla="*/ 1155700 w 1155700"/>
              <a:gd name="connsiteY4" fmla="*/ 520700 h 736600"/>
              <a:gd name="connsiteX5" fmla="*/ 1155700 w 1155700"/>
              <a:gd name="connsiteY5" fmla="*/ 152400 h 736600"/>
              <a:gd name="connsiteX6" fmla="*/ 584200 w 1155700"/>
              <a:gd name="connsiteY6" fmla="*/ 0 h 736600"/>
              <a:gd name="connsiteX7" fmla="*/ 342900 w 1155700"/>
              <a:gd name="connsiteY7" fmla="*/ 12700 h 73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5700" h="736600">
                <a:moveTo>
                  <a:pt x="342900" y="12700"/>
                </a:moveTo>
                <a:lnTo>
                  <a:pt x="0" y="355600"/>
                </a:lnTo>
                <a:lnTo>
                  <a:pt x="279400" y="736600"/>
                </a:lnTo>
                <a:lnTo>
                  <a:pt x="774700" y="723900"/>
                </a:lnTo>
                <a:lnTo>
                  <a:pt x="1155700" y="520700"/>
                </a:lnTo>
                <a:lnTo>
                  <a:pt x="1155700" y="152400"/>
                </a:lnTo>
                <a:lnTo>
                  <a:pt x="584200" y="0"/>
                </a:lnTo>
                <a:lnTo>
                  <a:pt x="342900" y="127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28B6F3-D22A-CE05-2EC9-B27078D39C1F}"/>
              </a:ext>
            </a:extLst>
          </p:cNvPr>
          <p:cNvSpPr txBox="1"/>
          <p:nvPr userDrawn="1"/>
        </p:nvSpPr>
        <p:spPr>
          <a:xfrm>
            <a:off x="531000" y="5936380"/>
            <a:ext cx="5796000" cy="1616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본 확인서는 당사에서 공급한 제품이 정품 소프트웨어임을 보증하고 </a:t>
            </a:r>
            <a:endParaRPr lang="en-US" altLang="ko-KR" sz="1300" b="1" dirty="0">
              <a:effectLst/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체결한 소프트웨어 라이선스 계약에 따라 상기 고객에게 </a:t>
            </a:r>
            <a:endParaRPr lang="en-US" altLang="ko-KR" sz="1300" b="1" dirty="0">
              <a:effectLst/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사용 권한이 부여되었음을 확인합니다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.</a:t>
            </a:r>
          </a:p>
          <a:p>
            <a:pPr algn="ctr" latinLnBrk="0" hangingPunct="1">
              <a:lnSpc>
                <a:spcPct val="130000"/>
              </a:lnSpc>
            </a:pP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 </a:t>
            </a: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본 확인서와 체결한 소프트웨어 라이선스 계약 간 내용이 충돌할 경우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, </a:t>
            </a: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소프트웨어 라이선스의 내용이 우선합니다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.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E2A7570-4712-28CA-EE73-FD1F306842AB}"/>
              </a:ext>
            </a:extLst>
          </p:cNvPr>
          <p:cNvGrpSpPr/>
          <p:nvPr userDrawn="1"/>
        </p:nvGrpSpPr>
        <p:grpSpPr>
          <a:xfrm>
            <a:off x="480060" y="1888087"/>
            <a:ext cx="1779600" cy="267960"/>
            <a:chOff x="480060" y="1888087"/>
            <a:chExt cx="1779600" cy="26796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21286AE-9589-9C81-E345-85261A55499E}"/>
                </a:ext>
              </a:extLst>
            </p:cNvPr>
            <p:cNvSpPr txBox="1"/>
            <p:nvPr userDrawn="1"/>
          </p:nvSpPr>
          <p:spPr>
            <a:xfrm>
              <a:off x="480060" y="1888087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고객명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2B298D9-5933-2D0C-75A0-209E7A7ECDEA}"/>
                </a:ext>
              </a:extLst>
            </p:cNvPr>
            <p:cNvSpPr txBox="1"/>
            <p:nvPr userDrawn="1"/>
          </p:nvSpPr>
          <p:spPr>
            <a:xfrm>
              <a:off x="1863660" y="1894437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C4105C4A-D4D4-50F2-18F1-A71FF095C4AD}"/>
              </a:ext>
            </a:extLst>
          </p:cNvPr>
          <p:cNvGrpSpPr/>
          <p:nvPr userDrawn="1"/>
        </p:nvGrpSpPr>
        <p:grpSpPr>
          <a:xfrm>
            <a:off x="480060" y="2304999"/>
            <a:ext cx="1779600" cy="267960"/>
            <a:chOff x="480060" y="2229843"/>
            <a:chExt cx="1779600" cy="26796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15B131-245E-31CD-E2B3-16D3D9F00695}"/>
                </a:ext>
              </a:extLst>
            </p:cNvPr>
            <p:cNvSpPr txBox="1"/>
            <p:nvPr userDrawn="1"/>
          </p:nvSpPr>
          <p:spPr>
            <a:xfrm>
              <a:off x="480060" y="2229843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설치장소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AC637AD-6109-4457-9044-A476FB68AB10}"/>
                </a:ext>
              </a:extLst>
            </p:cNvPr>
            <p:cNvSpPr txBox="1"/>
            <p:nvPr userDrawn="1"/>
          </p:nvSpPr>
          <p:spPr>
            <a:xfrm>
              <a:off x="1863660" y="2236193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5EA886E-9CBB-3077-FBDD-1AE73F0A6865}"/>
              </a:ext>
            </a:extLst>
          </p:cNvPr>
          <p:cNvGrpSpPr/>
          <p:nvPr userDrawn="1"/>
        </p:nvGrpSpPr>
        <p:grpSpPr>
          <a:xfrm>
            <a:off x="480060" y="2721911"/>
            <a:ext cx="1779600" cy="267960"/>
            <a:chOff x="480060" y="2571599"/>
            <a:chExt cx="1779600" cy="26796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00F4428-2FAF-C2D1-0AA3-AB33D87E0606}"/>
                </a:ext>
              </a:extLst>
            </p:cNvPr>
            <p:cNvSpPr txBox="1"/>
            <p:nvPr userDrawn="1"/>
          </p:nvSpPr>
          <p:spPr>
            <a:xfrm>
              <a:off x="480060" y="2571599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라이선스 유형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1F2F131-202A-F96F-AA71-525F905317B7}"/>
                </a:ext>
              </a:extLst>
            </p:cNvPr>
            <p:cNvSpPr txBox="1"/>
            <p:nvPr userDrawn="1"/>
          </p:nvSpPr>
          <p:spPr>
            <a:xfrm>
              <a:off x="1863660" y="2577949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44A0815-6978-5613-06A5-7607085EB4A0}"/>
              </a:ext>
            </a:extLst>
          </p:cNvPr>
          <p:cNvGrpSpPr/>
          <p:nvPr userDrawn="1"/>
        </p:nvGrpSpPr>
        <p:grpSpPr>
          <a:xfrm>
            <a:off x="480060" y="3138823"/>
            <a:ext cx="1779600" cy="267960"/>
            <a:chOff x="480060" y="2913355"/>
            <a:chExt cx="1779600" cy="26796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A3C103E-046A-2CB9-AA0E-B2B09B6C5AF2}"/>
                </a:ext>
              </a:extLst>
            </p:cNvPr>
            <p:cNvSpPr txBox="1"/>
            <p:nvPr userDrawn="1"/>
          </p:nvSpPr>
          <p:spPr>
            <a:xfrm>
              <a:off x="480060" y="2913355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라이선스 보증기간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4961F64-0541-A91B-23A1-2B76D58C1FE4}"/>
                </a:ext>
              </a:extLst>
            </p:cNvPr>
            <p:cNvSpPr txBox="1"/>
            <p:nvPr userDrawn="1"/>
          </p:nvSpPr>
          <p:spPr>
            <a:xfrm>
              <a:off x="1863660" y="2919705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307462B-9491-E1D2-AEF1-6A6C97D4CED2}"/>
              </a:ext>
            </a:extLst>
          </p:cNvPr>
          <p:cNvGrpSpPr/>
          <p:nvPr userDrawn="1"/>
        </p:nvGrpSpPr>
        <p:grpSpPr>
          <a:xfrm>
            <a:off x="4685714" y="1894437"/>
            <a:ext cx="1079149" cy="265420"/>
            <a:chOff x="4609514" y="1880393"/>
            <a:chExt cx="1079149" cy="26542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0747F56-4914-3048-5DA0-64A3545A37F9}"/>
                </a:ext>
              </a:extLst>
            </p:cNvPr>
            <p:cNvSpPr txBox="1"/>
            <p:nvPr userDrawn="1"/>
          </p:nvSpPr>
          <p:spPr>
            <a:xfrm>
              <a:off x="4609514" y="1880393"/>
              <a:ext cx="864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고객번호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288CF7B-DF5D-A493-12F0-63EB636C2A1E}"/>
                </a:ext>
              </a:extLst>
            </p:cNvPr>
            <p:cNvSpPr txBox="1"/>
            <p:nvPr userDrawn="1"/>
          </p:nvSpPr>
          <p:spPr>
            <a:xfrm>
              <a:off x="5328663" y="1884203"/>
              <a:ext cx="360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614234F-A52C-6117-E31D-909EE522C9F3}"/>
              </a:ext>
            </a:extLst>
          </p:cNvPr>
          <p:cNvSpPr txBox="1"/>
          <p:nvPr userDrawn="1"/>
        </p:nvSpPr>
        <p:spPr>
          <a:xfrm>
            <a:off x="2673000" y="8012127"/>
            <a:ext cx="169200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ko-KR" altLang="en-US" sz="12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년 월 일</a:t>
            </a:r>
          </a:p>
        </p:txBody>
      </p:sp>
    </p:spTree>
    <p:extLst>
      <p:ext uri="{BB962C8B-B14F-4D97-AF65-F5344CB8AC3E}">
        <p14:creationId xmlns:p14="http://schemas.microsoft.com/office/powerpoint/2010/main" val="372576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그림 3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100533"/>
            <a:ext cx="6858000" cy="97049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A6D02C-E406-723B-B0B0-DF73A1BE6256}"/>
              </a:ext>
            </a:extLst>
          </p:cNvPr>
          <p:cNvSpPr txBox="1"/>
          <p:nvPr userDrawn="1"/>
        </p:nvSpPr>
        <p:spPr>
          <a:xfrm>
            <a:off x="0" y="771724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라이선스 확인서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0" y="8517027"/>
            <a:ext cx="6858000" cy="1117600"/>
            <a:chOff x="0" y="8062097"/>
            <a:chExt cx="6858000" cy="1117600"/>
          </a:xfrm>
        </p:grpSpPr>
        <p:pic>
          <p:nvPicPr>
            <p:cNvPr id="7" name="그림 6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368" t="81274" r="13705" b="7211"/>
            <a:stretch/>
          </p:blipFill>
          <p:spPr>
            <a:xfrm>
              <a:off x="4333789" y="8062097"/>
              <a:ext cx="1092200" cy="1117600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2135" b="4201"/>
            <a:stretch/>
          </p:blipFill>
          <p:spPr>
            <a:xfrm>
              <a:off x="0" y="8356600"/>
              <a:ext cx="6858000" cy="355600"/>
            </a:xfrm>
            <a:prstGeom prst="rect">
              <a:avLst/>
            </a:prstGeom>
          </p:spPr>
        </p:pic>
      </p:grpSp>
      <p:graphicFrame>
        <p:nvGraphicFramePr>
          <p:cNvPr id="15" name="표 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783309"/>
              </p:ext>
            </p:extLst>
          </p:nvPr>
        </p:nvGraphicFramePr>
        <p:xfrm>
          <a:off x="549000" y="3697437"/>
          <a:ext cx="5760000" cy="370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8110">
                  <a:extLst>
                    <a:ext uri="{9D8B030D-6E8A-4147-A177-3AD203B41FA5}">
                      <a16:colId xmlns:a16="http://schemas.microsoft.com/office/drawing/2014/main" val="657880052"/>
                    </a:ext>
                  </a:extLst>
                </a:gridCol>
                <a:gridCol w="4458136">
                  <a:extLst>
                    <a:ext uri="{9D8B030D-6E8A-4147-A177-3AD203B41FA5}">
                      <a16:colId xmlns:a16="http://schemas.microsoft.com/office/drawing/2014/main" val="1251565783"/>
                    </a:ext>
                  </a:extLst>
                </a:gridCol>
                <a:gridCol w="893754">
                  <a:extLst>
                    <a:ext uri="{9D8B030D-6E8A-4147-A177-3AD203B41FA5}">
                      <a16:colId xmlns:a16="http://schemas.microsoft.com/office/drawing/2014/main" val="3625992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Software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QTY.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962098"/>
                  </a:ext>
                </a:extLst>
              </a:tr>
            </a:tbl>
          </a:graphicData>
        </a:graphic>
      </p:graphicFrame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5D996666-48B8-9A9A-2FA9-8A7D119611E4}"/>
              </a:ext>
            </a:extLst>
          </p:cNvPr>
          <p:cNvSpPr/>
          <p:nvPr userDrawn="1"/>
        </p:nvSpPr>
        <p:spPr>
          <a:xfrm>
            <a:off x="5410200" y="8801100"/>
            <a:ext cx="1155700" cy="736600"/>
          </a:xfrm>
          <a:custGeom>
            <a:avLst/>
            <a:gdLst>
              <a:gd name="connsiteX0" fmla="*/ 342900 w 1155700"/>
              <a:gd name="connsiteY0" fmla="*/ 12700 h 736600"/>
              <a:gd name="connsiteX1" fmla="*/ 0 w 1155700"/>
              <a:gd name="connsiteY1" fmla="*/ 355600 h 736600"/>
              <a:gd name="connsiteX2" fmla="*/ 279400 w 1155700"/>
              <a:gd name="connsiteY2" fmla="*/ 736600 h 736600"/>
              <a:gd name="connsiteX3" fmla="*/ 774700 w 1155700"/>
              <a:gd name="connsiteY3" fmla="*/ 723900 h 736600"/>
              <a:gd name="connsiteX4" fmla="*/ 1155700 w 1155700"/>
              <a:gd name="connsiteY4" fmla="*/ 520700 h 736600"/>
              <a:gd name="connsiteX5" fmla="*/ 1155700 w 1155700"/>
              <a:gd name="connsiteY5" fmla="*/ 152400 h 736600"/>
              <a:gd name="connsiteX6" fmla="*/ 584200 w 1155700"/>
              <a:gd name="connsiteY6" fmla="*/ 0 h 736600"/>
              <a:gd name="connsiteX7" fmla="*/ 342900 w 1155700"/>
              <a:gd name="connsiteY7" fmla="*/ 12700 h 73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5700" h="736600">
                <a:moveTo>
                  <a:pt x="342900" y="12700"/>
                </a:moveTo>
                <a:lnTo>
                  <a:pt x="0" y="355600"/>
                </a:lnTo>
                <a:lnTo>
                  <a:pt x="279400" y="736600"/>
                </a:lnTo>
                <a:lnTo>
                  <a:pt x="774700" y="723900"/>
                </a:lnTo>
                <a:lnTo>
                  <a:pt x="1155700" y="520700"/>
                </a:lnTo>
                <a:lnTo>
                  <a:pt x="1155700" y="152400"/>
                </a:lnTo>
                <a:lnTo>
                  <a:pt x="584200" y="0"/>
                </a:lnTo>
                <a:lnTo>
                  <a:pt x="342900" y="127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28B6F3-D22A-CE05-2EC9-B27078D39C1F}"/>
              </a:ext>
            </a:extLst>
          </p:cNvPr>
          <p:cNvSpPr txBox="1"/>
          <p:nvPr userDrawn="1"/>
        </p:nvSpPr>
        <p:spPr>
          <a:xfrm>
            <a:off x="531000" y="5936380"/>
            <a:ext cx="5796000" cy="1616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본 확인서는 당사에서 공급한 제품이 정품 소프트웨어임을 보증하고 </a:t>
            </a:r>
            <a:endParaRPr lang="en-US" altLang="ko-KR" sz="1300" b="1" dirty="0">
              <a:effectLst/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체결한 소프트웨어 라이선스 계약에 따라 상기 고객에게 </a:t>
            </a:r>
            <a:endParaRPr lang="en-US" altLang="ko-KR" sz="1300" b="1" dirty="0">
              <a:effectLst/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사용 권한이 부여되었음을 확인합니다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.</a:t>
            </a:r>
          </a:p>
          <a:p>
            <a:pPr algn="ctr" latinLnBrk="0" hangingPunct="1">
              <a:lnSpc>
                <a:spcPct val="130000"/>
              </a:lnSpc>
            </a:pP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 </a:t>
            </a: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본 확인서와 체결한 소프트웨어 라이선스 계약 간 내용이 충돌할 경우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, </a:t>
            </a: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소프트웨어 라이선스의 내용이 우선합니다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.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E2A7570-4712-28CA-EE73-FD1F306842AB}"/>
              </a:ext>
            </a:extLst>
          </p:cNvPr>
          <p:cNvGrpSpPr/>
          <p:nvPr userDrawn="1"/>
        </p:nvGrpSpPr>
        <p:grpSpPr>
          <a:xfrm>
            <a:off x="480060" y="1888087"/>
            <a:ext cx="1779600" cy="267960"/>
            <a:chOff x="480060" y="1888087"/>
            <a:chExt cx="1779600" cy="26796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21286AE-9589-9C81-E345-85261A55499E}"/>
                </a:ext>
              </a:extLst>
            </p:cNvPr>
            <p:cNvSpPr txBox="1"/>
            <p:nvPr userDrawn="1"/>
          </p:nvSpPr>
          <p:spPr>
            <a:xfrm>
              <a:off x="480060" y="1888087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고객명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2B298D9-5933-2D0C-75A0-209E7A7ECDEA}"/>
                </a:ext>
              </a:extLst>
            </p:cNvPr>
            <p:cNvSpPr txBox="1"/>
            <p:nvPr userDrawn="1"/>
          </p:nvSpPr>
          <p:spPr>
            <a:xfrm>
              <a:off x="1863660" y="1894437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C4105C4A-D4D4-50F2-18F1-A71FF095C4AD}"/>
              </a:ext>
            </a:extLst>
          </p:cNvPr>
          <p:cNvGrpSpPr/>
          <p:nvPr userDrawn="1"/>
        </p:nvGrpSpPr>
        <p:grpSpPr>
          <a:xfrm>
            <a:off x="480060" y="2304999"/>
            <a:ext cx="1779600" cy="267960"/>
            <a:chOff x="480060" y="2229843"/>
            <a:chExt cx="1779600" cy="26796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15B131-245E-31CD-E2B3-16D3D9F00695}"/>
                </a:ext>
              </a:extLst>
            </p:cNvPr>
            <p:cNvSpPr txBox="1"/>
            <p:nvPr userDrawn="1"/>
          </p:nvSpPr>
          <p:spPr>
            <a:xfrm>
              <a:off x="480060" y="2229843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설치장소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AC637AD-6109-4457-9044-A476FB68AB10}"/>
                </a:ext>
              </a:extLst>
            </p:cNvPr>
            <p:cNvSpPr txBox="1"/>
            <p:nvPr userDrawn="1"/>
          </p:nvSpPr>
          <p:spPr>
            <a:xfrm>
              <a:off x="1863660" y="2236193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5EA886E-9CBB-3077-FBDD-1AE73F0A6865}"/>
              </a:ext>
            </a:extLst>
          </p:cNvPr>
          <p:cNvGrpSpPr/>
          <p:nvPr userDrawn="1"/>
        </p:nvGrpSpPr>
        <p:grpSpPr>
          <a:xfrm>
            <a:off x="480060" y="2721911"/>
            <a:ext cx="1779600" cy="267960"/>
            <a:chOff x="480060" y="2571599"/>
            <a:chExt cx="1779600" cy="26796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00F4428-2FAF-C2D1-0AA3-AB33D87E0606}"/>
                </a:ext>
              </a:extLst>
            </p:cNvPr>
            <p:cNvSpPr txBox="1"/>
            <p:nvPr userDrawn="1"/>
          </p:nvSpPr>
          <p:spPr>
            <a:xfrm>
              <a:off x="480060" y="2571599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라이선스 유형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1F2F131-202A-F96F-AA71-525F905317B7}"/>
                </a:ext>
              </a:extLst>
            </p:cNvPr>
            <p:cNvSpPr txBox="1"/>
            <p:nvPr userDrawn="1"/>
          </p:nvSpPr>
          <p:spPr>
            <a:xfrm>
              <a:off x="1863660" y="2577949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44A0815-6978-5613-06A5-7607085EB4A0}"/>
              </a:ext>
            </a:extLst>
          </p:cNvPr>
          <p:cNvGrpSpPr/>
          <p:nvPr userDrawn="1"/>
        </p:nvGrpSpPr>
        <p:grpSpPr>
          <a:xfrm>
            <a:off x="480060" y="3138823"/>
            <a:ext cx="1779600" cy="267960"/>
            <a:chOff x="480060" y="2913355"/>
            <a:chExt cx="1779600" cy="26796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A3C103E-046A-2CB9-AA0E-B2B09B6C5AF2}"/>
                </a:ext>
              </a:extLst>
            </p:cNvPr>
            <p:cNvSpPr txBox="1"/>
            <p:nvPr userDrawn="1"/>
          </p:nvSpPr>
          <p:spPr>
            <a:xfrm>
              <a:off x="480060" y="2913355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Key User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4961F64-0541-A91B-23A1-2B76D58C1FE4}"/>
                </a:ext>
              </a:extLst>
            </p:cNvPr>
            <p:cNvSpPr txBox="1"/>
            <p:nvPr userDrawn="1"/>
          </p:nvSpPr>
          <p:spPr>
            <a:xfrm>
              <a:off x="1863660" y="2919705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307462B-9491-E1D2-AEF1-6A6C97D4CED2}"/>
              </a:ext>
            </a:extLst>
          </p:cNvPr>
          <p:cNvGrpSpPr/>
          <p:nvPr userDrawn="1"/>
        </p:nvGrpSpPr>
        <p:grpSpPr>
          <a:xfrm>
            <a:off x="4685714" y="1894437"/>
            <a:ext cx="1079149" cy="265420"/>
            <a:chOff x="4609514" y="1880393"/>
            <a:chExt cx="1079149" cy="26542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0747F56-4914-3048-5DA0-64A3545A37F9}"/>
                </a:ext>
              </a:extLst>
            </p:cNvPr>
            <p:cNvSpPr txBox="1"/>
            <p:nvPr userDrawn="1"/>
          </p:nvSpPr>
          <p:spPr>
            <a:xfrm>
              <a:off x="4609514" y="1880393"/>
              <a:ext cx="864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고객번호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288CF7B-DF5D-A493-12F0-63EB636C2A1E}"/>
                </a:ext>
              </a:extLst>
            </p:cNvPr>
            <p:cNvSpPr txBox="1"/>
            <p:nvPr userDrawn="1"/>
          </p:nvSpPr>
          <p:spPr>
            <a:xfrm>
              <a:off x="5328663" y="1884203"/>
              <a:ext cx="360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614234F-A52C-6117-E31D-909EE522C9F3}"/>
              </a:ext>
            </a:extLst>
          </p:cNvPr>
          <p:cNvSpPr txBox="1"/>
          <p:nvPr userDrawn="1"/>
        </p:nvSpPr>
        <p:spPr>
          <a:xfrm>
            <a:off x="2673000" y="8012127"/>
            <a:ext cx="169200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ko-KR" altLang="en-US" sz="12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년 월 일</a:t>
            </a:r>
          </a:p>
        </p:txBody>
      </p:sp>
    </p:spTree>
    <p:extLst>
      <p:ext uri="{BB962C8B-B14F-4D97-AF65-F5344CB8AC3E}">
        <p14:creationId xmlns:p14="http://schemas.microsoft.com/office/powerpoint/2010/main" val="31555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그림 3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100533"/>
            <a:ext cx="6858000" cy="97049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A6D02C-E406-723B-B0B0-DF73A1BE6256}"/>
              </a:ext>
            </a:extLst>
          </p:cNvPr>
          <p:cNvSpPr txBox="1"/>
          <p:nvPr userDrawn="1"/>
        </p:nvSpPr>
        <p:spPr>
          <a:xfrm>
            <a:off x="0" y="771724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라이선스 확인서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0" y="8517027"/>
            <a:ext cx="6858000" cy="1117600"/>
            <a:chOff x="0" y="8062097"/>
            <a:chExt cx="6858000" cy="1117600"/>
          </a:xfrm>
        </p:grpSpPr>
        <p:pic>
          <p:nvPicPr>
            <p:cNvPr id="7" name="그림 6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368" t="81274" r="13705" b="7211"/>
            <a:stretch/>
          </p:blipFill>
          <p:spPr>
            <a:xfrm>
              <a:off x="4333789" y="8062097"/>
              <a:ext cx="1092200" cy="1117600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2135" b="4201"/>
            <a:stretch/>
          </p:blipFill>
          <p:spPr>
            <a:xfrm>
              <a:off x="0" y="8356600"/>
              <a:ext cx="6858000" cy="355600"/>
            </a:xfrm>
            <a:prstGeom prst="rect">
              <a:avLst/>
            </a:prstGeom>
          </p:spPr>
        </p:pic>
      </p:grpSp>
      <p:graphicFrame>
        <p:nvGraphicFramePr>
          <p:cNvPr id="15" name="표 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783309"/>
              </p:ext>
            </p:extLst>
          </p:nvPr>
        </p:nvGraphicFramePr>
        <p:xfrm>
          <a:off x="549000" y="3697437"/>
          <a:ext cx="5760000" cy="370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8110">
                  <a:extLst>
                    <a:ext uri="{9D8B030D-6E8A-4147-A177-3AD203B41FA5}">
                      <a16:colId xmlns:a16="http://schemas.microsoft.com/office/drawing/2014/main" val="657880052"/>
                    </a:ext>
                  </a:extLst>
                </a:gridCol>
                <a:gridCol w="4458136">
                  <a:extLst>
                    <a:ext uri="{9D8B030D-6E8A-4147-A177-3AD203B41FA5}">
                      <a16:colId xmlns:a16="http://schemas.microsoft.com/office/drawing/2014/main" val="1251565783"/>
                    </a:ext>
                  </a:extLst>
                </a:gridCol>
                <a:gridCol w="893754">
                  <a:extLst>
                    <a:ext uri="{9D8B030D-6E8A-4147-A177-3AD203B41FA5}">
                      <a16:colId xmlns:a16="http://schemas.microsoft.com/office/drawing/2014/main" val="3625992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Software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QTY.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962098"/>
                  </a:ext>
                </a:extLst>
              </a:tr>
            </a:tbl>
          </a:graphicData>
        </a:graphic>
      </p:graphicFrame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5D996666-48B8-9A9A-2FA9-8A7D119611E4}"/>
              </a:ext>
            </a:extLst>
          </p:cNvPr>
          <p:cNvSpPr/>
          <p:nvPr userDrawn="1"/>
        </p:nvSpPr>
        <p:spPr>
          <a:xfrm>
            <a:off x="5410200" y="8801100"/>
            <a:ext cx="1155700" cy="736600"/>
          </a:xfrm>
          <a:custGeom>
            <a:avLst/>
            <a:gdLst>
              <a:gd name="connsiteX0" fmla="*/ 342900 w 1155700"/>
              <a:gd name="connsiteY0" fmla="*/ 12700 h 736600"/>
              <a:gd name="connsiteX1" fmla="*/ 0 w 1155700"/>
              <a:gd name="connsiteY1" fmla="*/ 355600 h 736600"/>
              <a:gd name="connsiteX2" fmla="*/ 279400 w 1155700"/>
              <a:gd name="connsiteY2" fmla="*/ 736600 h 736600"/>
              <a:gd name="connsiteX3" fmla="*/ 774700 w 1155700"/>
              <a:gd name="connsiteY3" fmla="*/ 723900 h 736600"/>
              <a:gd name="connsiteX4" fmla="*/ 1155700 w 1155700"/>
              <a:gd name="connsiteY4" fmla="*/ 520700 h 736600"/>
              <a:gd name="connsiteX5" fmla="*/ 1155700 w 1155700"/>
              <a:gd name="connsiteY5" fmla="*/ 152400 h 736600"/>
              <a:gd name="connsiteX6" fmla="*/ 584200 w 1155700"/>
              <a:gd name="connsiteY6" fmla="*/ 0 h 736600"/>
              <a:gd name="connsiteX7" fmla="*/ 342900 w 1155700"/>
              <a:gd name="connsiteY7" fmla="*/ 12700 h 73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5700" h="736600">
                <a:moveTo>
                  <a:pt x="342900" y="12700"/>
                </a:moveTo>
                <a:lnTo>
                  <a:pt x="0" y="355600"/>
                </a:lnTo>
                <a:lnTo>
                  <a:pt x="279400" y="736600"/>
                </a:lnTo>
                <a:lnTo>
                  <a:pt x="774700" y="723900"/>
                </a:lnTo>
                <a:lnTo>
                  <a:pt x="1155700" y="520700"/>
                </a:lnTo>
                <a:lnTo>
                  <a:pt x="1155700" y="152400"/>
                </a:lnTo>
                <a:lnTo>
                  <a:pt x="584200" y="0"/>
                </a:lnTo>
                <a:lnTo>
                  <a:pt x="342900" y="127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28B6F3-D22A-CE05-2EC9-B27078D39C1F}"/>
              </a:ext>
            </a:extLst>
          </p:cNvPr>
          <p:cNvSpPr txBox="1"/>
          <p:nvPr userDrawn="1"/>
        </p:nvSpPr>
        <p:spPr>
          <a:xfrm>
            <a:off x="531000" y="5936380"/>
            <a:ext cx="5796000" cy="1616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본 확인서는 당사에서 공급한 제품이 정품 소프트웨어임을 보증하고 </a:t>
            </a:r>
            <a:endParaRPr lang="en-US" altLang="ko-KR" sz="1300" b="1" dirty="0">
              <a:effectLst/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체결한 소프트웨어 라이선스 계약에 따라 상기 고객에게 </a:t>
            </a:r>
            <a:endParaRPr lang="en-US" altLang="ko-KR" sz="1300" b="1" dirty="0">
              <a:effectLst/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사용 권한이 부여되었음을 확인합니다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.</a:t>
            </a:r>
          </a:p>
          <a:p>
            <a:pPr algn="ctr" latinLnBrk="0" hangingPunct="1">
              <a:lnSpc>
                <a:spcPct val="130000"/>
              </a:lnSpc>
            </a:pP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 </a:t>
            </a: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본 확인서와 체결한 소프트웨어 라이선스 계약 간 내용이 충돌할 경우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, </a:t>
            </a: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소프트웨어 라이선스의 내용이 우선합니다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.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E2A7570-4712-28CA-EE73-FD1F306842AB}"/>
              </a:ext>
            </a:extLst>
          </p:cNvPr>
          <p:cNvGrpSpPr/>
          <p:nvPr userDrawn="1"/>
        </p:nvGrpSpPr>
        <p:grpSpPr>
          <a:xfrm>
            <a:off x="480060" y="1887217"/>
            <a:ext cx="1779600" cy="267960"/>
            <a:chOff x="480060" y="1888087"/>
            <a:chExt cx="1779600" cy="26796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21286AE-9589-9C81-E345-85261A55499E}"/>
                </a:ext>
              </a:extLst>
            </p:cNvPr>
            <p:cNvSpPr txBox="1"/>
            <p:nvPr userDrawn="1"/>
          </p:nvSpPr>
          <p:spPr>
            <a:xfrm>
              <a:off x="480060" y="1888087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고객명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2B298D9-5933-2D0C-75A0-209E7A7ECDEA}"/>
                </a:ext>
              </a:extLst>
            </p:cNvPr>
            <p:cNvSpPr txBox="1"/>
            <p:nvPr userDrawn="1"/>
          </p:nvSpPr>
          <p:spPr>
            <a:xfrm>
              <a:off x="1863660" y="1894437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C4105C4A-D4D4-50F2-18F1-A71FF095C4AD}"/>
              </a:ext>
            </a:extLst>
          </p:cNvPr>
          <p:cNvGrpSpPr/>
          <p:nvPr userDrawn="1"/>
        </p:nvGrpSpPr>
        <p:grpSpPr>
          <a:xfrm>
            <a:off x="480060" y="2404337"/>
            <a:ext cx="1779600" cy="267960"/>
            <a:chOff x="480060" y="2229843"/>
            <a:chExt cx="1779600" cy="26796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15B131-245E-31CD-E2B3-16D3D9F00695}"/>
                </a:ext>
              </a:extLst>
            </p:cNvPr>
            <p:cNvSpPr txBox="1"/>
            <p:nvPr userDrawn="1"/>
          </p:nvSpPr>
          <p:spPr>
            <a:xfrm>
              <a:off x="480060" y="2229843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설치장소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AC637AD-6109-4457-9044-A476FB68AB10}"/>
                </a:ext>
              </a:extLst>
            </p:cNvPr>
            <p:cNvSpPr txBox="1"/>
            <p:nvPr userDrawn="1"/>
          </p:nvSpPr>
          <p:spPr>
            <a:xfrm>
              <a:off x="1863660" y="2236193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5EA886E-9CBB-3077-FBDD-1AE73F0A6865}"/>
              </a:ext>
            </a:extLst>
          </p:cNvPr>
          <p:cNvGrpSpPr/>
          <p:nvPr userDrawn="1"/>
        </p:nvGrpSpPr>
        <p:grpSpPr>
          <a:xfrm>
            <a:off x="480060" y="2941050"/>
            <a:ext cx="1779600" cy="267960"/>
            <a:chOff x="480060" y="2571599"/>
            <a:chExt cx="1779600" cy="26796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00F4428-2FAF-C2D1-0AA3-AB33D87E0606}"/>
                </a:ext>
              </a:extLst>
            </p:cNvPr>
            <p:cNvSpPr txBox="1"/>
            <p:nvPr userDrawn="1"/>
          </p:nvSpPr>
          <p:spPr>
            <a:xfrm>
              <a:off x="480060" y="2571599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라이선스 유형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1F2F131-202A-F96F-AA71-525F905317B7}"/>
                </a:ext>
              </a:extLst>
            </p:cNvPr>
            <p:cNvSpPr txBox="1"/>
            <p:nvPr userDrawn="1"/>
          </p:nvSpPr>
          <p:spPr>
            <a:xfrm>
              <a:off x="1863660" y="2577949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307462B-9491-E1D2-AEF1-6A6C97D4CED2}"/>
              </a:ext>
            </a:extLst>
          </p:cNvPr>
          <p:cNvGrpSpPr/>
          <p:nvPr userDrawn="1"/>
        </p:nvGrpSpPr>
        <p:grpSpPr>
          <a:xfrm>
            <a:off x="4685714" y="1897377"/>
            <a:ext cx="1079149" cy="264150"/>
            <a:chOff x="4609514" y="1877853"/>
            <a:chExt cx="1079149" cy="26415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0747F56-4914-3048-5DA0-64A3545A37F9}"/>
                </a:ext>
              </a:extLst>
            </p:cNvPr>
            <p:cNvSpPr txBox="1"/>
            <p:nvPr userDrawn="1"/>
          </p:nvSpPr>
          <p:spPr>
            <a:xfrm>
              <a:off x="4609514" y="1880393"/>
              <a:ext cx="864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고객번호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288CF7B-DF5D-A493-12F0-63EB636C2A1E}"/>
                </a:ext>
              </a:extLst>
            </p:cNvPr>
            <p:cNvSpPr txBox="1"/>
            <p:nvPr userDrawn="1"/>
          </p:nvSpPr>
          <p:spPr>
            <a:xfrm>
              <a:off x="5328663" y="1877853"/>
              <a:ext cx="360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614234F-A52C-6117-E31D-909EE522C9F3}"/>
              </a:ext>
            </a:extLst>
          </p:cNvPr>
          <p:cNvSpPr txBox="1"/>
          <p:nvPr userDrawn="1"/>
        </p:nvSpPr>
        <p:spPr>
          <a:xfrm>
            <a:off x="2673000" y="8012127"/>
            <a:ext cx="169200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ko-KR" altLang="en-US" sz="12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년 월 일</a:t>
            </a:r>
          </a:p>
        </p:txBody>
      </p:sp>
    </p:spTree>
    <p:extLst>
      <p:ext uri="{BB962C8B-B14F-4D97-AF65-F5344CB8AC3E}">
        <p14:creationId xmlns:p14="http://schemas.microsoft.com/office/powerpoint/2010/main" val="3586616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그림 3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100533"/>
            <a:ext cx="6858000" cy="97049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A6D02C-E406-723B-B0B0-DF73A1BE6256}"/>
              </a:ext>
            </a:extLst>
          </p:cNvPr>
          <p:cNvSpPr txBox="1"/>
          <p:nvPr userDrawn="1"/>
        </p:nvSpPr>
        <p:spPr>
          <a:xfrm>
            <a:off x="0" y="771724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라이선스 확인서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0" y="8517027"/>
            <a:ext cx="6858000" cy="1117600"/>
            <a:chOff x="0" y="8062097"/>
            <a:chExt cx="6858000" cy="1117600"/>
          </a:xfrm>
        </p:grpSpPr>
        <p:pic>
          <p:nvPicPr>
            <p:cNvPr id="7" name="그림 6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368" t="81274" r="13705" b="7211"/>
            <a:stretch/>
          </p:blipFill>
          <p:spPr>
            <a:xfrm>
              <a:off x="4333789" y="8062097"/>
              <a:ext cx="1092200" cy="1117600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2135" b="4201"/>
            <a:stretch/>
          </p:blipFill>
          <p:spPr>
            <a:xfrm>
              <a:off x="0" y="8356600"/>
              <a:ext cx="6858000" cy="355600"/>
            </a:xfrm>
            <a:prstGeom prst="rect">
              <a:avLst/>
            </a:prstGeom>
          </p:spPr>
        </p:pic>
      </p:grpSp>
      <p:graphicFrame>
        <p:nvGraphicFramePr>
          <p:cNvPr id="15" name="표 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783309"/>
              </p:ext>
            </p:extLst>
          </p:nvPr>
        </p:nvGraphicFramePr>
        <p:xfrm>
          <a:off x="549000" y="3697437"/>
          <a:ext cx="5760000" cy="370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8110">
                  <a:extLst>
                    <a:ext uri="{9D8B030D-6E8A-4147-A177-3AD203B41FA5}">
                      <a16:colId xmlns:a16="http://schemas.microsoft.com/office/drawing/2014/main" val="657880052"/>
                    </a:ext>
                  </a:extLst>
                </a:gridCol>
                <a:gridCol w="4458136">
                  <a:extLst>
                    <a:ext uri="{9D8B030D-6E8A-4147-A177-3AD203B41FA5}">
                      <a16:colId xmlns:a16="http://schemas.microsoft.com/office/drawing/2014/main" val="1251565783"/>
                    </a:ext>
                  </a:extLst>
                </a:gridCol>
                <a:gridCol w="893754">
                  <a:extLst>
                    <a:ext uri="{9D8B030D-6E8A-4147-A177-3AD203B41FA5}">
                      <a16:colId xmlns:a16="http://schemas.microsoft.com/office/drawing/2014/main" val="3625992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Software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QTY.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962098"/>
                  </a:ext>
                </a:extLst>
              </a:tr>
            </a:tbl>
          </a:graphicData>
        </a:graphic>
      </p:graphicFrame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5D996666-48B8-9A9A-2FA9-8A7D119611E4}"/>
              </a:ext>
            </a:extLst>
          </p:cNvPr>
          <p:cNvSpPr/>
          <p:nvPr userDrawn="1"/>
        </p:nvSpPr>
        <p:spPr>
          <a:xfrm>
            <a:off x="5410200" y="8801100"/>
            <a:ext cx="1155700" cy="736600"/>
          </a:xfrm>
          <a:custGeom>
            <a:avLst/>
            <a:gdLst>
              <a:gd name="connsiteX0" fmla="*/ 342900 w 1155700"/>
              <a:gd name="connsiteY0" fmla="*/ 12700 h 736600"/>
              <a:gd name="connsiteX1" fmla="*/ 0 w 1155700"/>
              <a:gd name="connsiteY1" fmla="*/ 355600 h 736600"/>
              <a:gd name="connsiteX2" fmla="*/ 279400 w 1155700"/>
              <a:gd name="connsiteY2" fmla="*/ 736600 h 736600"/>
              <a:gd name="connsiteX3" fmla="*/ 774700 w 1155700"/>
              <a:gd name="connsiteY3" fmla="*/ 723900 h 736600"/>
              <a:gd name="connsiteX4" fmla="*/ 1155700 w 1155700"/>
              <a:gd name="connsiteY4" fmla="*/ 520700 h 736600"/>
              <a:gd name="connsiteX5" fmla="*/ 1155700 w 1155700"/>
              <a:gd name="connsiteY5" fmla="*/ 152400 h 736600"/>
              <a:gd name="connsiteX6" fmla="*/ 584200 w 1155700"/>
              <a:gd name="connsiteY6" fmla="*/ 0 h 736600"/>
              <a:gd name="connsiteX7" fmla="*/ 342900 w 1155700"/>
              <a:gd name="connsiteY7" fmla="*/ 12700 h 73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5700" h="736600">
                <a:moveTo>
                  <a:pt x="342900" y="12700"/>
                </a:moveTo>
                <a:lnTo>
                  <a:pt x="0" y="355600"/>
                </a:lnTo>
                <a:lnTo>
                  <a:pt x="279400" y="736600"/>
                </a:lnTo>
                <a:lnTo>
                  <a:pt x="774700" y="723900"/>
                </a:lnTo>
                <a:lnTo>
                  <a:pt x="1155700" y="520700"/>
                </a:lnTo>
                <a:lnTo>
                  <a:pt x="1155700" y="152400"/>
                </a:lnTo>
                <a:lnTo>
                  <a:pt x="584200" y="0"/>
                </a:lnTo>
                <a:lnTo>
                  <a:pt x="342900" y="127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28B6F3-D22A-CE05-2EC9-B27078D39C1F}"/>
              </a:ext>
            </a:extLst>
          </p:cNvPr>
          <p:cNvSpPr txBox="1"/>
          <p:nvPr userDrawn="1"/>
        </p:nvSpPr>
        <p:spPr>
          <a:xfrm>
            <a:off x="531000" y="5936380"/>
            <a:ext cx="5796000" cy="1616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본 확인서는 당사에서 공급한 제품이 정품 소프트웨어임을 보증하고 </a:t>
            </a:r>
            <a:endParaRPr lang="en-US" altLang="ko-KR" sz="1300" b="1" dirty="0">
              <a:effectLst/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체결한 소프트웨어 라이선스 계약에 따라 상기 고객에게 </a:t>
            </a:r>
            <a:endParaRPr lang="en-US" altLang="ko-KR" sz="1300" b="1" dirty="0">
              <a:effectLst/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사용 권한이 부여되었음을 확인합니다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.</a:t>
            </a:r>
          </a:p>
          <a:p>
            <a:pPr algn="ctr" latinLnBrk="0" hangingPunct="1">
              <a:lnSpc>
                <a:spcPct val="130000"/>
              </a:lnSpc>
            </a:pP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 </a:t>
            </a: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본 확인서와 체결한 소프트웨어 라이선스 계약 간 내용이 충돌할 경우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, </a:t>
            </a: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소프트웨어 라이선스의 내용이 우선합니다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.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E2A7570-4712-28CA-EE73-FD1F306842AB}"/>
              </a:ext>
            </a:extLst>
          </p:cNvPr>
          <p:cNvGrpSpPr/>
          <p:nvPr userDrawn="1"/>
        </p:nvGrpSpPr>
        <p:grpSpPr>
          <a:xfrm>
            <a:off x="480060" y="1887217"/>
            <a:ext cx="1779600" cy="267960"/>
            <a:chOff x="480060" y="1888087"/>
            <a:chExt cx="1779600" cy="26796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21286AE-9589-9C81-E345-85261A55499E}"/>
                </a:ext>
              </a:extLst>
            </p:cNvPr>
            <p:cNvSpPr txBox="1"/>
            <p:nvPr userDrawn="1"/>
          </p:nvSpPr>
          <p:spPr>
            <a:xfrm>
              <a:off x="480060" y="1888087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고객명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2B298D9-5933-2D0C-75A0-209E7A7ECDEA}"/>
                </a:ext>
              </a:extLst>
            </p:cNvPr>
            <p:cNvSpPr txBox="1"/>
            <p:nvPr userDrawn="1"/>
          </p:nvSpPr>
          <p:spPr>
            <a:xfrm>
              <a:off x="1863660" y="1894437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C4105C4A-D4D4-50F2-18F1-A71FF095C4AD}"/>
              </a:ext>
            </a:extLst>
          </p:cNvPr>
          <p:cNvGrpSpPr/>
          <p:nvPr userDrawn="1"/>
        </p:nvGrpSpPr>
        <p:grpSpPr>
          <a:xfrm>
            <a:off x="480060" y="2404337"/>
            <a:ext cx="1779600" cy="267960"/>
            <a:chOff x="480060" y="2229843"/>
            <a:chExt cx="1779600" cy="26796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15B131-245E-31CD-E2B3-16D3D9F00695}"/>
                </a:ext>
              </a:extLst>
            </p:cNvPr>
            <p:cNvSpPr txBox="1"/>
            <p:nvPr userDrawn="1"/>
          </p:nvSpPr>
          <p:spPr>
            <a:xfrm>
              <a:off x="480060" y="2229843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설치장소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AC637AD-6109-4457-9044-A476FB68AB10}"/>
                </a:ext>
              </a:extLst>
            </p:cNvPr>
            <p:cNvSpPr txBox="1"/>
            <p:nvPr userDrawn="1"/>
          </p:nvSpPr>
          <p:spPr>
            <a:xfrm>
              <a:off x="1863660" y="2236193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5EA886E-9CBB-3077-FBDD-1AE73F0A6865}"/>
              </a:ext>
            </a:extLst>
          </p:cNvPr>
          <p:cNvGrpSpPr/>
          <p:nvPr userDrawn="1"/>
        </p:nvGrpSpPr>
        <p:grpSpPr>
          <a:xfrm>
            <a:off x="480060" y="2941050"/>
            <a:ext cx="1779600" cy="267960"/>
            <a:chOff x="480060" y="2571599"/>
            <a:chExt cx="1779600" cy="26796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00F4428-2FAF-C2D1-0AA3-AB33D87E0606}"/>
                </a:ext>
              </a:extLst>
            </p:cNvPr>
            <p:cNvSpPr txBox="1"/>
            <p:nvPr userDrawn="1"/>
          </p:nvSpPr>
          <p:spPr>
            <a:xfrm>
              <a:off x="480060" y="2571599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Key User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1F2F131-202A-F96F-AA71-525F905317B7}"/>
                </a:ext>
              </a:extLst>
            </p:cNvPr>
            <p:cNvSpPr txBox="1"/>
            <p:nvPr userDrawn="1"/>
          </p:nvSpPr>
          <p:spPr>
            <a:xfrm>
              <a:off x="1863660" y="2577949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307462B-9491-E1D2-AEF1-6A6C97D4CED2}"/>
              </a:ext>
            </a:extLst>
          </p:cNvPr>
          <p:cNvGrpSpPr/>
          <p:nvPr userDrawn="1"/>
        </p:nvGrpSpPr>
        <p:grpSpPr>
          <a:xfrm>
            <a:off x="4685714" y="1897377"/>
            <a:ext cx="1079149" cy="264150"/>
            <a:chOff x="4609514" y="1877853"/>
            <a:chExt cx="1079149" cy="26415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0747F56-4914-3048-5DA0-64A3545A37F9}"/>
                </a:ext>
              </a:extLst>
            </p:cNvPr>
            <p:cNvSpPr txBox="1"/>
            <p:nvPr userDrawn="1"/>
          </p:nvSpPr>
          <p:spPr>
            <a:xfrm>
              <a:off x="4609514" y="1880393"/>
              <a:ext cx="864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고객번호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288CF7B-DF5D-A493-12F0-63EB636C2A1E}"/>
                </a:ext>
              </a:extLst>
            </p:cNvPr>
            <p:cNvSpPr txBox="1"/>
            <p:nvPr userDrawn="1"/>
          </p:nvSpPr>
          <p:spPr>
            <a:xfrm>
              <a:off x="5328663" y="1877853"/>
              <a:ext cx="360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614234F-A52C-6117-E31D-909EE522C9F3}"/>
              </a:ext>
            </a:extLst>
          </p:cNvPr>
          <p:cNvSpPr txBox="1"/>
          <p:nvPr userDrawn="1"/>
        </p:nvSpPr>
        <p:spPr>
          <a:xfrm>
            <a:off x="2673000" y="8012127"/>
            <a:ext cx="169200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ko-KR" altLang="en-US" sz="12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년 월 일</a:t>
            </a:r>
          </a:p>
        </p:txBody>
      </p:sp>
    </p:spTree>
    <p:extLst>
      <p:ext uri="{BB962C8B-B14F-4D97-AF65-F5344CB8AC3E}">
        <p14:creationId xmlns:p14="http://schemas.microsoft.com/office/powerpoint/2010/main" val="445773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그림 3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100533"/>
            <a:ext cx="6858000" cy="97049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A6D02C-E406-723B-B0B0-DF73A1BE6256}"/>
              </a:ext>
            </a:extLst>
          </p:cNvPr>
          <p:cNvSpPr txBox="1"/>
          <p:nvPr userDrawn="1"/>
        </p:nvSpPr>
        <p:spPr>
          <a:xfrm>
            <a:off x="0" y="771724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라이선스 확인서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0" y="8517027"/>
            <a:ext cx="6858000" cy="1117600"/>
            <a:chOff x="0" y="8062097"/>
            <a:chExt cx="6858000" cy="1117600"/>
          </a:xfrm>
        </p:grpSpPr>
        <p:pic>
          <p:nvPicPr>
            <p:cNvPr id="7" name="그림 6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368" t="81274" r="13705" b="7211"/>
            <a:stretch/>
          </p:blipFill>
          <p:spPr>
            <a:xfrm>
              <a:off x="4333789" y="8062097"/>
              <a:ext cx="1092200" cy="1117600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2135" b="4201"/>
            <a:stretch/>
          </p:blipFill>
          <p:spPr>
            <a:xfrm>
              <a:off x="0" y="8356600"/>
              <a:ext cx="6858000" cy="355600"/>
            </a:xfrm>
            <a:prstGeom prst="rect">
              <a:avLst/>
            </a:prstGeom>
          </p:spPr>
        </p:pic>
      </p:grpSp>
      <p:graphicFrame>
        <p:nvGraphicFramePr>
          <p:cNvPr id="15" name="표 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2774515"/>
              </p:ext>
            </p:extLst>
          </p:nvPr>
        </p:nvGraphicFramePr>
        <p:xfrm>
          <a:off x="549000" y="3280959"/>
          <a:ext cx="5760000" cy="370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8110">
                  <a:extLst>
                    <a:ext uri="{9D8B030D-6E8A-4147-A177-3AD203B41FA5}">
                      <a16:colId xmlns:a16="http://schemas.microsoft.com/office/drawing/2014/main" val="657880052"/>
                    </a:ext>
                  </a:extLst>
                </a:gridCol>
                <a:gridCol w="4458136">
                  <a:extLst>
                    <a:ext uri="{9D8B030D-6E8A-4147-A177-3AD203B41FA5}">
                      <a16:colId xmlns:a16="http://schemas.microsoft.com/office/drawing/2014/main" val="1251565783"/>
                    </a:ext>
                  </a:extLst>
                </a:gridCol>
                <a:gridCol w="893754">
                  <a:extLst>
                    <a:ext uri="{9D8B030D-6E8A-4147-A177-3AD203B41FA5}">
                      <a16:colId xmlns:a16="http://schemas.microsoft.com/office/drawing/2014/main" val="3625992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Software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QTY.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962098"/>
                  </a:ext>
                </a:extLst>
              </a:tr>
            </a:tbl>
          </a:graphicData>
        </a:graphic>
      </p:graphicFrame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5D996666-48B8-9A9A-2FA9-8A7D119611E4}"/>
              </a:ext>
            </a:extLst>
          </p:cNvPr>
          <p:cNvSpPr/>
          <p:nvPr userDrawn="1"/>
        </p:nvSpPr>
        <p:spPr>
          <a:xfrm>
            <a:off x="5410200" y="8801100"/>
            <a:ext cx="1155700" cy="736600"/>
          </a:xfrm>
          <a:custGeom>
            <a:avLst/>
            <a:gdLst>
              <a:gd name="connsiteX0" fmla="*/ 342900 w 1155700"/>
              <a:gd name="connsiteY0" fmla="*/ 12700 h 736600"/>
              <a:gd name="connsiteX1" fmla="*/ 0 w 1155700"/>
              <a:gd name="connsiteY1" fmla="*/ 355600 h 736600"/>
              <a:gd name="connsiteX2" fmla="*/ 279400 w 1155700"/>
              <a:gd name="connsiteY2" fmla="*/ 736600 h 736600"/>
              <a:gd name="connsiteX3" fmla="*/ 774700 w 1155700"/>
              <a:gd name="connsiteY3" fmla="*/ 723900 h 736600"/>
              <a:gd name="connsiteX4" fmla="*/ 1155700 w 1155700"/>
              <a:gd name="connsiteY4" fmla="*/ 520700 h 736600"/>
              <a:gd name="connsiteX5" fmla="*/ 1155700 w 1155700"/>
              <a:gd name="connsiteY5" fmla="*/ 152400 h 736600"/>
              <a:gd name="connsiteX6" fmla="*/ 584200 w 1155700"/>
              <a:gd name="connsiteY6" fmla="*/ 0 h 736600"/>
              <a:gd name="connsiteX7" fmla="*/ 342900 w 1155700"/>
              <a:gd name="connsiteY7" fmla="*/ 12700 h 73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5700" h="736600">
                <a:moveTo>
                  <a:pt x="342900" y="12700"/>
                </a:moveTo>
                <a:lnTo>
                  <a:pt x="0" y="355600"/>
                </a:lnTo>
                <a:lnTo>
                  <a:pt x="279400" y="736600"/>
                </a:lnTo>
                <a:lnTo>
                  <a:pt x="774700" y="723900"/>
                </a:lnTo>
                <a:lnTo>
                  <a:pt x="1155700" y="520700"/>
                </a:lnTo>
                <a:lnTo>
                  <a:pt x="1155700" y="152400"/>
                </a:lnTo>
                <a:lnTo>
                  <a:pt x="584200" y="0"/>
                </a:lnTo>
                <a:lnTo>
                  <a:pt x="342900" y="127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28B6F3-D22A-CE05-2EC9-B27078D39C1F}"/>
              </a:ext>
            </a:extLst>
          </p:cNvPr>
          <p:cNvSpPr txBox="1"/>
          <p:nvPr userDrawn="1"/>
        </p:nvSpPr>
        <p:spPr>
          <a:xfrm>
            <a:off x="531000" y="6209096"/>
            <a:ext cx="5796000" cy="1616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본 확인서는 당사에서 공급한 제품이 정품 소프트웨어임을 보증하고 </a:t>
            </a:r>
            <a:endParaRPr lang="en-US" altLang="ko-KR" sz="1300" b="1" dirty="0">
              <a:effectLst/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체결한 소프트웨어 라이선스 계약에 따라 상기 고객에게 </a:t>
            </a:r>
            <a:endParaRPr lang="en-US" altLang="ko-KR" sz="1300" b="1" dirty="0">
              <a:effectLst/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사용 권한이 부여되었음을 확인합니다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.</a:t>
            </a:r>
          </a:p>
          <a:p>
            <a:pPr algn="ctr" latinLnBrk="0" hangingPunct="1">
              <a:lnSpc>
                <a:spcPct val="130000"/>
              </a:lnSpc>
            </a:pP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 </a:t>
            </a: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본 확인서와 체결한 소프트웨어 라이선스 계약 간 내용이 충돌할 경우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, </a:t>
            </a: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소프트웨어 라이선스의 내용이 우선합니다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.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E2A7570-4712-28CA-EE73-FD1F306842AB}"/>
              </a:ext>
            </a:extLst>
          </p:cNvPr>
          <p:cNvGrpSpPr/>
          <p:nvPr userDrawn="1"/>
        </p:nvGrpSpPr>
        <p:grpSpPr>
          <a:xfrm>
            <a:off x="480060" y="1589447"/>
            <a:ext cx="1779600" cy="267960"/>
            <a:chOff x="480060" y="1888087"/>
            <a:chExt cx="1779600" cy="26796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21286AE-9589-9C81-E345-85261A55499E}"/>
                </a:ext>
              </a:extLst>
            </p:cNvPr>
            <p:cNvSpPr txBox="1"/>
            <p:nvPr userDrawn="1"/>
          </p:nvSpPr>
          <p:spPr>
            <a:xfrm>
              <a:off x="480060" y="1888087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고객명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2B298D9-5933-2D0C-75A0-209E7A7ECDEA}"/>
                </a:ext>
              </a:extLst>
            </p:cNvPr>
            <p:cNvSpPr txBox="1"/>
            <p:nvPr userDrawn="1"/>
          </p:nvSpPr>
          <p:spPr>
            <a:xfrm>
              <a:off x="1863660" y="1894437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C4105C4A-D4D4-50F2-18F1-A71FF095C4AD}"/>
              </a:ext>
            </a:extLst>
          </p:cNvPr>
          <p:cNvGrpSpPr/>
          <p:nvPr userDrawn="1"/>
        </p:nvGrpSpPr>
        <p:grpSpPr>
          <a:xfrm>
            <a:off x="480060" y="2006359"/>
            <a:ext cx="1779600" cy="267960"/>
            <a:chOff x="480060" y="2229843"/>
            <a:chExt cx="1779600" cy="26796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15B131-245E-31CD-E2B3-16D3D9F00695}"/>
                </a:ext>
              </a:extLst>
            </p:cNvPr>
            <p:cNvSpPr txBox="1"/>
            <p:nvPr userDrawn="1"/>
          </p:nvSpPr>
          <p:spPr>
            <a:xfrm>
              <a:off x="480060" y="2229843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설치장소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AC637AD-6109-4457-9044-A476FB68AB10}"/>
                </a:ext>
              </a:extLst>
            </p:cNvPr>
            <p:cNvSpPr txBox="1"/>
            <p:nvPr userDrawn="1"/>
          </p:nvSpPr>
          <p:spPr>
            <a:xfrm>
              <a:off x="1863660" y="2236193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5EA886E-9CBB-3077-FBDD-1AE73F0A6865}"/>
              </a:ext>
            </a:extLst>
          </p:cNvPr>
          <p:cNvGrpSpPr/>
          <p:nvPr userDrawn="1"/>
        </p:nvGrpSpPr>
        <p:grpSpPr>
          <a:xfrm>
            <a:off x="480060" y="2423271"/>
            <a:ext cx="1779600" cy="267960"/>
            <a:chOff x="480060" y="2571599"/>
            <a:chExt cx="1779600" cy="26796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00F4428-2FAF-C2D1-0AA3-AB33D87E0606}"/>
                </a:ext>
              </a:extLst>
            </p:cNvPr>
            <p:cNvSpPr txBox="1"/>
            <p:nvPr userDrawn="1"/>
          </p:nvSpPr>
          <p:spPr>
            <a:xfrm>
              <a:off x="480060" y="2571599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라이선스 유형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1F2F131-202A-F96F-AA71-525F905317B7}"/>
                </a:ext>
              </a:extLst>
            </p:cNvPr>
            <p:cNvSpPr txBox="1"/>
            <p:nvPr userDrawn="1"/>
          </p:nvSpPr>
          <p:spPr>
            <a:xfrm>
              <a:off x="1863660" y="2577949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44A0815-6978-5613-06A5-7607085EB4A0}"/>
              </a:ext>
            </a:extLst>
          </p:cNvPr>
          <p:cNvGrpSpPr/>
          <p:nvPr userDrawn="1"/>
        </p:nvGrpSpPr>
        <p:grpSpPr>
          <a:xfrm>
            <a:off x="480060" y="2840183"/>
            <a:ext cx="1779600" cy="267960"/>
            <a:chOff x="480060" y="2913355"/>
            <a:chExt cx="1779600" cy="26796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A3C103E-046A-2CB9-AA0E-B2B09B6C5AF2}"/>
                </a:ext>
              </a:extLst>
            </p:cNvPr>
            <p:cNvSpPr txBox="1"/>
            <p:nvPr userDrawn="1"/>
          </p:nvSpPr>
          <p:spPr>
            <a:xfrm>
              <a:off x="480060" y="2913355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라이선스 보증기간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4961F64-0541-A91B-23A1-2B76D58C1FE4}"/>
                </a:ext>
              </a:extLst>
            </p:cNvPr>
            <p:cNvSpPr txBox="1"/>
            <p:nvPr userDrawn="1"/>
          </p:nvSpPr>
          <p:spPr>
            <a:xfrm>
              <a:off x="1863660" y="2919705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307462B-9491-E1D2-AEF1-6A6C97D4CED2}"/>
              </a:ext>
            </a:extLst>
          </p:cNvPr>
          <p:cNvGrpSpPr/>
          <p:nvPr userDrawn="1"/>
        </p:nvGrpSpPr>
        <p:grpSpPr>
          <a:xfrm>
            <a:off x="4685714" y="1595797"/>
            <a:ext cx="1079149" cy="265420"/>
            <a:chOff x="4609514" y="1880393"/>
            <a:chExt cx="1079149" cy="26542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0747F56-4914-3048-5DA0-64A3545A37F9}"/>
                </a:ext>
              </a:extLst>
            </p:cNvPr>
            <p:cNvSpPr txBox="1"/>
            <p:nvPr userDrawn="1"/>
          </p:nvSpPr>
          <p:spPr>
            <a:xfrm>
              <a:off x="4609514" y="1880393"/>
              <a:ext cx="864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고객번호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288CF7B-DF5D-A493-12F0-63EB636C2A1E}"/>
                </a:ext>
              </a:extLst>
            </p:cNvPr>
            <p:cNvSpPr txBox="1"/>
            <p:nvPr userDrawn="1"/>
          </p:nvSpPr>
          <p:spPr>
            <a:xfrm>
              <a:off x="5328663" y="1884203"/>
              <a:ext cx="360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614234F-A52C-6117-E31D-909EE522C9F3}"/>
              </a:ext>
            </a:extLst>
          </p:cNvPr>
          <p:cNvSpPr txBox="1"/>
          <p:nvPr userDrawn="1"/>
        </p:nvSpPr>
        <p:spPr>
          <a:xfrm>
            <a:off x="2673000" y="8171821"/>
            <a:ext cx="169200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ko-KR" altLang="en-US" sz="12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년 월 일</a:t>
            </a:r>
          </a:p>
        </p:txBody>
      </p:sp>
    </p:spTree>
    <p:extLst>
      <p:ext uri="{BB962C8B-B14F-4D97-AF65-F5344CB8AC3E}">
        <p14:creationId xmlns:p14="http://schemas.microsoft.com/office/powerpoint/2010/main" val="874850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17646-5BD9-4FCB-1F8C-EFACFCC2D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0250202-A8BD-8697-270C-5BE786B9EA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엔젤럭스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0A99A3-64C1-9852-9C98-567824AA56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/>
              <a:t>엔젤럭스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6044BD-0D12-9BFB-FB0A-D7E4AC4D50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2025. 11. 27 ~ 2026. 11. 26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B7EA579-DAA0-17D8-B256-AFE4BB50BB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1213401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68172CC-F1E4-3631-3868-62F39F3BF6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ko-KR" dirty="0"/>
              <a:t>2025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9A092CC-1530-D0A3-8DC6-14012BD3B90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/>
              <a:t>11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88ED4364-61E1-702F-126E-3EFDE1C720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ko-KR" dirty="0"/>
              <a:t>27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02695EB-4BDA-CB8A-AAB8-F42BD61B2A0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Permanent License / LAN</a:t>
            </a: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6FE7EE4-1153-73B1-123A-4161327405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737449"/>
              </p:ext>
            </p:extLst>
          </p:nvPr>
        </p:nvGraphicFramePr>
        <p:xfrm>
          <a:off x="553331" y="4044808"/>
          <a:ext cx="5751339" cy="32583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6685">
                  <a:extLst>
                    <a:ext uri="{9D8B030D-6E8A-4147-A177-3AD203B41FA5}">
                      <a16:colId xmlns:a16="http://schemas.microsoft.com/office/drawing/2014/main" val="657880052"/>
                    </a:ext>
                  </a:extLst>
                </a:gridCol>
                <a:gridCol w="4454947">
                  <a:extLst>
                    <a:ext uri="{9D8B030D-6E8A-4147-A177-3AD203B41FA5}">
                      <a16:colId xmlns:a16="http://schemas.microsoft.com/office/drawing/2014/main" val="1251565783"/>
                    </a:ext>
                  </a:extLst>
                </a:gridCol>
                <a:gridCol w="889707">
                  <a:extLst>
                    <a:ext uri="{9D8B030D-6E8A-4147-A177-3AD203B41FA5}">
                      <a16:colId xmlns:a16="http://schemas.microsoft.com/office/drawing/2014/main" val="3625992147"/>
                    </a:ext>
                  </a:extLst>
                </a:gridCol>
              </a:tblGrid>
              <a:tr h="32583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Ansys Discovery Enterprise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task(s)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962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1237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BABB2-D8D6-71C2-9FE0-CCF4CE1C9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A54D79E-3D0D-0DC3-C70A-27019FBEDF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경인테크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27AF9E-62CA-6E10-41F6-13956517ED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/>
              <a:t>경인테크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00A6F9-A6FD-F7BC-D0C2-E493C024EE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2025. 11. 21 ~ 2026. 11. 20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C866031-F5E9-E812-387B-FF6E7D8AB3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1079690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8A34027-C952-DF09-72E2-98264DF251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ko-KR" dirty="0"/>
              <a:t>2025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A66AD93-0998-1FC5-0346-32D4CE668A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/>
              <a:t>11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9A7DCE-0380-DE16-1164-61FDD41F40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ko-KR" dirty="0"/>
              <a:t>21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C7B4020-071C-4DB7-FC28-BB182C6BCF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Permanent License / LAN</a:t>
            </a: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F1A5512-B044-0524-0F13-F0724C9CC5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648484"/>
              </p:ext>
            </p:extLst>
          </p:nvPr>
        </p:nvGraphicFramePr>
        <p:xfrm>
          <a:off x="553331" y="4044808"/>
          <a:ext cx="5751339" cy="65166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6685">
                  <a:extLst>
                    <a:ext uri="{9D8B030D-6E8A-4147-A177-3AD203B41FA5}">
                      <a16:colId xmlns:a16="http://schemas.microsoft.com/office/drawing/2014/main" val="657880052"/>
                    </a:ext>
                  </a:extLst>
                </a:gridCol>
                <a:gridCol w="4454947">
                  <a:extLst>
                    <a:ext uri="{9D8B030D-6E8A-4147-A177-3AD203B41FA5}">
                      <a16:colId xmlns:a16="http://schemas.microsoft.com/office/drawing/2014/main" val="1251565783"/>
                    </a:ext>
                  </a:extLst>
                </a:gridCol>
                <a:gridCol w="889707">
                  <a:extLst>
                    <a:ext uri="{9D8B030D-6E8A-4147-A177-3AD203B41FA5}">
                      <a16:colId xmlns:a16="http://schemas.microsoft.com/office/drawing/2014/main" val="3625992147"/>
                    </a:ext>
                  </a:extLst>
                </a:gridCol>
              </a:tblGrid>
              <a:tr h="32583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Ansys CFD Premium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task(s)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962098"/>
                  </a:ext>
                </a:extLst>
              </a:tr>
              <a:tr h="32583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Ansys HPC Pack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task(s)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582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3381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0FCC7-3F76-56B0-4BEF-3E19BCA49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8DD871C-DAEA-C1DD-983A-7C4B8CA111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재</a:t>
            </a:r>
            <a:r>
              <a:rPr lang="en-US" altLang="ko-KR" dirty="0"/>
              <a:t>)</a:t>
            </a:r>
            <a:r>
              <a:rPr lang="ko-KR" altLang="en-US" dirty="0" err="1"/>
              <a:t>한국섬유기계융합연구원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61BC67-A39F-33D8-6A8E-1305FE1958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재</a:t>
            </a:r>
            <a:r>
              <a:rPr lang="en-US" altLang="ko-KR" dirty="0"/>
              <a:t>)</a:t>
            </a:r>
            <a:r>
              <a:rPr lang="ko-KR" altLang="en-US" dirty="0" err="1"/>
              <a:t>한국섬유기계융합연구원</a:t>
            </a:r>
            <a:r>
              <a:rPr lang="ko-KR" altLang="en-US" dirty="0"/>
              <a:t> 에너지</a:t>
            </a:r>
            <a:r>
              <a:rPr lang="en-US" altLang="ko-KR" dirty="0"/>
              <a:t>DX</a:t>
            </a:r>
            <a:r>
              <a:rPr lang="ko-KR" altLang="en-US" dirty="0"/>
              <a:t>연구부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CE0851-224B-B34E-6339-7EDF28EDF4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2025. 11. 21 ~ 2025. 12. 31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FCF06A3-186F-AA4C-BA3E-F40B790514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1016169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5919748-BC25-70ED-33D3-145C8FD4C32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ko-KR" dirty="0"/>
              <a:t>2025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F625DE3-F404-AD5B-2495-4165F4B730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/>
              <a:t>11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7C85A877-5EF3-CFFB-BB2F-D46B1400BD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ko-KR" dirty="0"/>
              <a:t>21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8C73181-4CCD-4801-0F18-301B13C2C69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Permanent License / LAN</a:t>
            </a: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A8137F5-A227-C86C-1A25-11506E66C2F4}"/>
              </a:ext>
            </a:extLst>
          </p:cNvPr>
          <p:cNvGraphicFramePr>
            <a:graphicFrameLocks noGrp="1"/>
          </p:cNvGraphicFramePr>
          <p:nvPr/>
        </p:nvGraphicFramePr>
        <p:xfrm>
          <a:off x="553331" y="4044808"/>
          <a:ext cx="5751339" cy="97749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6685">
                  <a:extLst>
                    <a:ext uri="{9D8B030D-6E8A-4147-A177-3AD203B41FA5}">
                      <a16:colId xmlns:a16="http://schemas.microsoft.com/office/drawing/2014/main" val="657880052"/>
                    </a:ext>
                  </a:extLst>
                </a:gridCol>
                <a:gridCol w="4454947">
                  <a:extLst>
                    <a:ext uri="{9D8B030D-6E8A-4147-A177-3AD203B41FA5}">
                      <a16:colId xmlns:a16="http://schemas.microsoft.com/office/drawing/2014/main" val="1251565783"/>
                    </a:ext>
                  </a:extLst>
                </a:gridCol>
                <a:gridCol w="889707">
                  <a:extLst>
                    <a:ext uri="{9D8B030D-6E8A-4147-A177-3AD203B41FA5}">
                      <a16:colId xmlns:a16="http://schemas.microsoft.com/office/drawing/2014/main" val="3625992147"/>
                    </a:ext>
                  </a:extLst>
                </a:gridCol>
              </a:tblGrid>
              <a:tr h="32583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Ansys CFD Premium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task(s)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962098"/>
                  </a:ext>
                </a:extLst>
              </a:tr>
              <a:tr h="32583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Ansys HPC Pack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task(s)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582342"/>
                  </a:ext>
                </a:extLst>
              </a:tr>
              <a:tr h="32583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Ansys Discovery Pro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task(s)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5736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1503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822CA-3B43-D97F-AFFC-46B3E6915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A6EB6F5-EFAA-BA20-8B26-CFA1199FFC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알엑스</a:t>
            </a:r>
            <a:r>
              <a:rPr lang="ko-KR" altLang="en-US" dirty="0"/>
              <a:t>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189308-0FBB-E740-E84C-53D7CEFA73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/>
              <a:t>알엑스</a:t>
            </a:r>
            <a:r>
              <a:rPr lang="ko-KR" altLang="en-US"/>
              <a:t>㈜ </a:t>
            </a:r>
            <a:r>
              <a:rPr lang="ko-KR" altLang="en-US" dirty="0"/>
              <a:t>기술연구소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5B9D75-AC1E-6C20-60EC-D3B3BC339E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2025. 12. 23 ~ 2026. 12. 22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EEED919-D402-2A6F-3D92-89155BA5F5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1193316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4780676-7B17-67E5-0A61-CBA5C00A0B4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ko-KR" dirty="0"/>
              <a:t>2026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6CF94681-A1F1-C715-F596-20361216F2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26001C6-7ADE-F355-4B61-EFC515E529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ko-KR" dirty="0"/>
              <a:t>24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547351A1-2F85-8140-9E28-955596D540A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Lease License / WAN</a:t>
            </a: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368B65B-6D70-FF47-C416-4CD8F1FA4C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851675"/>
              </p:ext>
            </p:extLst>
          </p:nvPr>
        </p:nvGraphicFramePr>
        <p:xfrm>
          <a:off x="553331" y="4044808"/>
          <a:ext cx="5751339" cy="32583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6685">
                  <a:extLst>
                    <a:ext uri="{9D8B030D-6E8A-4147-A177-3AD203B41FA5}">
                      <a16:colId xmlns:a16="http://schemas.microsoft.com/office/drawing/2014/main" val="657880052"/>
                    </a:ext>
                  </a:extLst>
                </a:gridCol>
                <a:gridCol w="4454947">
                  <a:extLst>
                    <a:ext uri="{9D8B030D-6E8A-4147-A177-3AD203B41FA5}">
                      <a16:colId xmlns:a16="http://schemas.microsoft.com/office/drawing/2014/main" val="1251565783"/>
                    </a:ext>
                  </a:extLst>
                </a:gridCol>
                <a:gridCol w="889707">
                  <a:extLst>
                    <a:ext uri="{9D8B030D-6E8A-4147-A177-3AD203B41FA5}">
                      <a16:colId xmlns:a16="http://schemas.microsoft.com/office/drawing/2014/main" val="3625992147"/>
                    </a:ext>
                  </a:extLst>
                </a:gridCol>
              </a:tblGrid>
              <a:tr h="32583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i="0" u="none" strike="noStrike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Ansys Elastic Currency (5000)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task(s)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962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4131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BABB2-D8D6-71C2-9FE0-CCF4CE1C9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A54D79E-3D0D-0DC3-C70A-27019FBEDF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재</a:t>
            </a:r>
            <a:r>
              <a:rPr lang="en-US" altLang="ko-KR" dirty="0"/>
              <a:t>)</a:t>
            </a:r>
            <a:r>
              <a:rPr lang="ko-KR" altLang="en-US" dirty="0" err="1"/>
              <a:t>한국섬유기계융합연구원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27AF9E-62CA-6E10-41F6-13956517ED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재</a:t>
            </a:r>
            <a:r>
              <a:rPr lang="en-US" altLang="ko-KR" dirty="0"/>
              <a:t>)</a:t>
            </a:r>
            <a:r>
              <a:rPr lang="ko-KR" altLang="en-US" dirty="0" err="1"/>
              <a:t>한국섬유기계융합연구원</a:t>
            </a:r>
            <a:r>
              <a:rPr lang="ko-KR" altLang="en-US" dirty="0"/>
              <a:t> 에너지</a:t>
            </a:r>
            <a:r>
              <a:rPr lang="en-US" altLang="ko-KR" dirty="0"/>
              <a:t>DX</a:t>
            </a:r>
            <a:r>
              <a:rPr lang="ko-KR" altLang="en-US" dirty="0"/>
              <a:t>연구부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00A6F9-A6FD-F7BC-D0C2-E493C024EE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2025. 11. 21 ~ 2025. 12. 31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C866031-F5E9-E812-387B-FF6E7D8AB3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1016169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8A34027-C952-DF09-72E2-98264DF251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ko-KR" dirty="0"/>
              <a:t>2025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A66AD93-0998-1FC5-0346-32D4CE668A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/>
              <a:t>11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9A7DCE-0380-DE16-1164-61FDD41F40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ko-KR" dirty="0"/>
              <a:t>21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C7B4020-071C-4DB7-FC28-BB182C6BCF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Lease License / LAN</a:t>
            </a: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F1A5512-B044-0524-0F13-F0724C9CC5EC}"/>
              </a:ext>
            </a:extLst>
          </p:cNvPr>
          <p:cNvGraphicFramePr>
            <a:graphicFrameLocks noGrp="1"/>
          </p:cNvGraphicFramePr>
          <p:nvPr/>
        </p:nvGraphicFramePr>
        <p:xfrm>
          <a:off x="553331" y="4044808"/>
          <a:ext cx="5751339" cy="65166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6685">
                  <a:extLst>
                    <a:ext uri="{9D8B030D-6E8A-4147-A177-3AD203B41FA5}">
                      <a16:colId xmlns:a16="http://schemas.microsoft.com/office/drawing/2014/main" val="657880052"/>
                    </a:ext>
                  </a:extLst>
                </a:gridCol>
                <a:gridCol w="4454947">
                  <a:extLst>
                    <a:ext uri="{9D8B030D-6E8A-4147-A177-3AD203B41FA5}">
                      <a16:colId xmlns:a16="http://schemas.microsoft.com/office/drawing/2014/main" val="1251565783"/>
                    </a:ext>
                  </a:extLst>
                </a:gridCol>
                <a:gridCol w="889707">
                  <a:extLst>
                    <a:ext uri="{9D8B030D-6E8A-4147-A177-3AD203B41FA5}">
                      <a16:colId xmlns:a16="http://schemas.microsoft.com/office/drawing/2014/main" val="3625992147"/>
                    </a:ext>
                  </a:extLst>
                </a:gridCol>
              </a:tblGrid>
              <a:tr h="32583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Ansys Mechanical Premium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task(s)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962098"/>
                  </a:ext>
                </a:extLst>
              </a:tr>
              <a:tr h="32583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Ansys Discovery Premium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task(s)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582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1540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2C042-F6F7-A410-8A4B-858F7A05A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7E3CE4F-FC93-4910-1F44-DBE9E4B58D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재</a:t>
            </a:r>
            <a:r>
              <a:rPr lang="en-US" altLang="ko-KR" dirty="0"/>
              <a:t>)</a:t>
            </a:r>
            <a:r>
              <a:rPr lang="ko-KR" altLang="en-US" dirty="0" err="1"/>
              <a:t>한국섬유기계융합연구원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48D0AA-022B-E7C0-1CA2-96CA75E147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재</a:t>
            </a:r>
            <a:r>
              <a:rPr lang="en-US" altLang="ko-KR" dirty="0"/>
              <a:t>)</a:t>
            </a:r>
            <a:r>
              <a:rPr lang="ko-KR" altLang="en-US" dirty="0" err="1"/>
              <a:t>한국섬유기계융합연구원</a:t>
            </a:r>
            <a:r>
              <a:rPr lang="ko-KR" altLang="en-US" dirty="0"/>
              <a:t> 에너지</a:t>
            </a:r>
            <a:r>
              <a:rPr lang="en-US" altLang="ko-KR" dirty="0"/>
              <a:t>DX</a:t>
            </a:r>
            <a:r>
              <a:rPr lang="ko-KR" altLang="en-US" dirty="0"/>
              <a:t>연구부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9B57F6-6E21-0493-089C-488DEC76A3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2025. 11. 21 ~ 2025. 12. 31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46F3817-C1F8-C1B5-130E-932278821E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1016169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97891F3-0222-0BCA-E681-CBA6794E48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ko-KR" dirty="0"/>
              <a:t>2025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6151C851-5C41-BC5C-C4FE-1CB4D2D7933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/>
              <a:t>11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C856B05-862D-5B2E-3489-FA5C7317CE4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ko-KR" dirty="0"/>
              <a:t>21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59CC5BBD-99ED-F9D8-70BF-86B1AE04407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Lease License / LAN</a:t>
            </a: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E39AEAE-49FA-65FC-602E-D29C5F28F58F}"/>
              </a:ext>
            </a:extLst>
          </p:cNvPr>
          <p:cNvGraphicFramePr>
            <a:graphicFrameLocks noGrp="1"/>
          </p:cNvGraphicFramePr>
          <p:nvPr/>
        </p:nvGraphicFramePr>
        <p:xfrm>
          <a:off x="553331" y="4044808"/>
          <a:ext cx="5751339" cy="97749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6685">
                  <a:extLst>
                    <a:ext uri="{9D8B030D-6E8A-4147-A177-3AD203B41FA5}">
                      <a16:colId xmlns:a16="http://schemas.microsoft.com/office/drawing/2014/main" val="657880052"/>
                    </a:ext>
                  </a:extLst>
                </a:gridCol>
                <a:gridCol w="4454947">
                  <a:extLst>
                    <a:ext uri="{9D8B030D-6E8A-4147-A177-3AD203B41FA5}">
                      <a16:colId xmlns:a16="http://schemas.microsoft.com/office/drawing/2014/main" val="1251565783"/>
                    </a:ext>
                  </a:extLst>
                </a:gridCol>
                <a:gridCol w="889707">
                  <a:extLst>
                    <a:ext uri="{9D8B030D-6E8A-4147-A177-3AD203B41FA5}">
                      <a16:colId xmlns:a16="http://schemas.microsoft.com/office/drawing/2014/main" val="3625992147"/>
                    </a:ext>
                  </a:extLst>
                </a:gridCol>
              </a:tblGrid>
              <a:tr h="32583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Ansys CFD Premium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task(s)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962098"/>
                  </a:ext>
                </a:extLst>
              </a:tr>
              <a:tr h="32583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Ansys HPC Pack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task(s)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582342"/>
                  </a:ext>
                </a:extLst>
              </a:tr>
              <a:tr h="32583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Ansys Discovery Pro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task(s)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5736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8994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D7CB0-9556-C274-C5F4-9B5E13119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2C8A92A-8FE2-8968-7403-5752E8DF9F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비엠씨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FAF9F2-FA7D-C2F6-514F-B8DEBFDE7D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/>
              <a:t>비엠씨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DE59B7-AC0C-56F4-62E0-47C2C6393D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2024. 11. 01 ~ 2025. 10. 31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B8BD97-39AE-B081-C027-9ACDCFC30E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671771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0F51E95-3B61-ED9C-EDC5-0BCA7BF056F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ko-KR" dirty="0"/>
              <a:t>2024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92573F1-0D2E-0ABA-B807-BA0C23CA19A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0F3D746A-CCBC-20D0-82E4-EF57102F25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80B32DF7-E003-2239-A9DA-D3D572241D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Maintenance License / LAN</a:t>
            </a: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412FA0D-C4DE-D6B4-3D62-00DF04ABE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400092"/>
              </p:ext>
            </p:extLst>
          </p:nvPr>
        </p:nvGraphicFramePr>
        <p:xfrm>
          <a:off x="553331" y="4044808"/>
          <a:ext cx="5751339" cy="65166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6685">
                  <a:extLst>
                    <a:ext uri="{9D8B030D-6E8A-4147-A177-3AD203B41FA5}">
                      <a16:colId xmlns:a16="http://schemas.microsoft.com/office/drawing/2014/main" val="657880052"/>
                    </a:ext>
                  </a:extLst>
                </a:gridCol>
                <a:gridCol w="4454947">
                  <a:extLst>
                    <a:ext uri="{9D8B030D-6E8A-4147-A177-3AD203B41FA5}">
                      <a16:colId xmlns:a16="http://schemas.microsoft.com/office/drawing/2014/main" val="1251565783"/>
                    </a:ext>
                  </a:extLst>
                </a:gridCol>
                <a:gridCol w="889707">
                  <a:extLst>
                    <a:ext uri="{9D8B030D-6E8A-4147-A177-3AD203B41FA5}">
                      <a16:colId xmlns:a16="http://schemas.microsoft.com/office/drawing/2014/main" val="3625992147"/>
                    </a:ext>
                  </a:extLst>
                </a:gridCol>
              </a:tblGrid>
              <a:tr h="32583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Ansys Electronics Premium Maxwell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task(s)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962098"/>
                  </a:ext>
                </a:extLst>
              </a:tr>
              <a:tr h="32583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Ansys Discovery Modeling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task(s)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582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2387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88315-D955-4979-D6DC-34C671F11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09D240C-8DCD-1036-1DA3-0647D25FE4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비엠씨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F794F1-7F77-3756-246C-02DF277171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/>
              <a:t>비엠씨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1CBBD3B-2280-12E2-0E2D-064F891B6FB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2025. 05. 01 ~ 2026. 04. 30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3A94946-1237-E48D-F5B8-BC781D4F68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671771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29AA96E-17A9-64C5-0087-BE6D9274F6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ko-KR" dirty="0"/>
              <a:t>2025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602DD1C-3D08-F667-7CDA-387B201497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76E7EE71-BABE-E5F4-B4AB-BEB0A33B71F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472F93C8-894D-8B82-27F6-E9E0F77C185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Maintenance License / LAN</a:t>
            </a: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72CF5C9-5379-7B32-E1BE-D8EF44A47F4E}"/>
              </a:ext>
            </a:extLst>
          </p:cNvPr>
          <p:cNvGraphicFramePr>
            <a:graphicFrameLocks noGrp="1"/>
          </p:cNvGraphicFramePr>
          <p:nvPr/>
        </p:nvGraphicFramePr>
        <p:xfrm>
          <a:off x="553331" y="4044808"/>
          <a:ext cx="5751339" cy="65166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6685">
                  <a:extLst>
                    <a:ext uri="{9D8B030D-6E8A-4147-A177-3AD203B41FA5}">
                      <a16:colId xmlns:a16="http://schemas.microsoft.com/office/drawing/2014/main" val="657880052"/>
                    </a:ext>
                  </a:extLst>
                </a:gridCol>
                <a:gridCol w="4454947">
                  <a:extLst>
                    <a:ext uri="{9D8B030D-6E8A-4147-A177-3AD203B41FA5}">
                      <a16:colId xmlns:a16="http://schemas.microsoft.com/office/drawing/2014/main" val="1251565783"/>
                    </a:ext>
                  </a:extLst>
                </a:gridCol>
                <a:gridCol w="889707">
                  <a:extLst>
                    <a:ext uri="{9D8B030D-6E8A-4147-A177-3AD203B41FA5}">
                      <a16:colId xmlns:a16="http://schemas.microsoft.com/office/drawing/2014/main" val="3625992147"/>
                    </a:ext>
                  </a:extLst>
                </a:gridCol>
              </a:tblGrid>
              <a:tr h="32583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Ansys Mechanical CFD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task(s)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962098"/>
                  </a:ext>
                </a:extLst>
              </a:tr>
              <a:tr h="32583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Ansys HPC Pack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task(s)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582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3986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70464-8D0F-D4F9-66FC-E1D283339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3DA4E87-291D-031A-AC1E-5A687ADE80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비엠씨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3722DB-80E0-D434-176C-91E8F6618E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/>
              <a:t>비엠씨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F5BD4C-36A7-D34E-F1B0-71AC7AC1AD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2025. 05. 01 ~ 2026. 04. 30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227C9A3-5C09-C549-AD4E-72151EA1F2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671771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4D48396-9BC6-72EC-E83B-5C0A6F27A4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ko-KR" dirty="0"/>
              <a:t>2025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8D897ED-F97F-8D27-A62D-619FA98DB4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F6E7B372-9F0A-9C0C-F216-4B4CEEE803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A899E47-D60F-9134-ADA4-77DB1D79D23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Maintenance License / LAN</a:t>
            </a: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4A40CF4-1467-8A7C-E1C3-A88BD8D170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48238"/>
              </p:ext>
            </p:extLst>
          </p:nvPr>
        </p:nvGraphicFramePr>
        <p:xfrm>
          <a:off x="553331" y="3706606"/>
          <a:ext cx="5751340" cy="109086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6685">
                  <a:extLst>
                    <a:ext uri="{9D8B030D-6E8A-4147-A177-3AD203B41FA5}">
                      <a16:colId xmlns:a16="http://schemas.microsoft.com/office/drawing/2014/main" val="657880052"/>
                    </a:ext>
                  </a:extLst>
                </a:gridCol>
                <a:gridCol w="3048313">
                  <a:extLst>
                    <a:ext uri="{9D8B030D-6E8A-4147-A177-3AD203B41FA5}">
                      <a16:colId xmlns:a16="http://schemas.microsoft.com/office/drawing/2014/main" val="1251565783"/>
                    </a:ext>
                  </a:extLst>
                </a:gridCol>
                <a:gridCol w="864296">
                  <a:extLst>
                    <a:ext uri="{9D8B030D-6E8A-4147-A177-3AD203B41FA5}">
                      <a16:colId xmlns:a16="http://schemas.microsoft.com/office/drawing/2014/main" val="1522718931"/>
                    </a:ext>
                  </a:extLst>
                </a:gridCol>
                <a:gridCol w="1432046">
                  <a:extLst>
                    <a:ext uri="{9D8B030D-6E8A-4147-A177-3AD203B41FA5}">
                      <a16:colId xmlns:a16="http://schemas.microsoft.com/office/drawing/2014/main" val="3625992147"/>
                    </a:ext>
                  </a:extLst>
                </a:gridCol>
              </a:tblGrid>
              <a:tr h="363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Software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QTY.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962098"/>
                  </a:ext>
                </a:extLst>
              </a:tr>
              <a:tr h="36362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Ansys Mechanical CFD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task(s)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￦</a:t>
                      </a:r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31,470,000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582342"/>
                  </a:ext>
                </a:extLst>
              </a:tr>
              <a:tr h="36362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Ansys HPC Pack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task(s)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￦</a:t>
                      </a:r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8,300,000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5736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033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DC285-02A2-BD87-5E61-C889FC7C5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3B9ADCF-8A6E-9D99-5CEF-D5C129E9D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한국과학기술정보연구원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788073-124E-991F-3D6D-FB7360BFF6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한국과학기술정보연구원 </a:t>
            </a:r>
            <a:r>
              <a:rPr lang="ko-KR" altLang="en-US" dirty="0" err="1"/>
              <a:t>슈퍼컴퓨팅인프라센터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DE1869-25CA-E716-6C9F-42962DBA82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2026. 01. 01 ~ 2026. 12. 31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C2B999-90B9-E5EA-93A6-3C239926CF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432407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E12A53A-615A-1E73-A057-D74AA0662B2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ko-KR" dirty="0"/>
              <a:t>2026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884CF9D-3B2E-8D21-F7FE-5B2E0ADAA70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90FBB039-5D6B-A9C7-777A-23A8B61C7C0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8D3C5DC2-1D95-05E3-906B-26F7BAECAAE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Permanent License / Regional WAN</a:t>
            </a: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8E8609D-84FC-4F7D-B9BA-2B75A2D9B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856136"/>
              </p:ext>
            </p:extLst>
          </p:nvPr>
        </p:nvGraphicFramePr>
        <p:xfrm>
          <a:off x="553331" y="4044808"/>
          <a:ext cx="5751339" cy="32583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6685">
                  <a:extLst>
                    <a:ext uri="{9D8B030D-6E8A-4147-A177-3AD203B41FA5}">
                      <a16:colId xmlns:a16="http://schemas.microsoft.com/office/drawing/2014/main" val="657880052"/>
                    </a:ext>
                  </a:extLst>
                </a:gridCol>
                <a:gridCol w="4454947">
                  <a:extLst>
                    <a:ext uri="{9D8B030D-6E8A-4147-A177-3AD203B41FA5}">
                      <a16:colId xmlns:a16="http://schemas.microsoft.com/office/drawing/2014/main" val="1251565783"/>
                    </a:ext>
                  </a:extLst>
                </a:gridCol>
                <a:gridCol w="889707">
                  <a:extLst>
                    <a:ext uri="{9D8B030D-6E8A-4147-A177-3AD203B41FA5}">
                      <a16:colId xmlns:a16="http://schemas.microsoft.com/office/drawing/2014/main" val="3625992147"/>
                    </a:ext>
                  </a:extLst>
                </a:gridCol>
              </a:tblGrid>
              <a:tr h="32583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i="0" u="none" strike="noStrik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Ansys CFD HPC </a:t>
                      </a:r>
                      <a:r>
                        <a:rPr lang="en-US" altLang="ko-KR" sz="1100" b="0" i="0" u="none" strike="noStrike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Ultimate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task(s)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962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5189266"/>
      </p:ext>
    </p:extLst>
  </p:cSld>
  <p:clrMapOvr>
    <a:masterClrMapping/>
  </p:clrMapOvr>
</p:sld>
</file>

<file path=ppt/theme/theme1.xml><?xml version="1.0" encoding="utf-8"?>
<a:theme xmlns:a="http://schemas.openxmlformats.org/drawingml/2006/main" name="1. 고객명,장소,유형,기간,유저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. 고객명,장소,유형,기간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. 고객명,장소,유형,유저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. 고객명,장소,유형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. 고객명,장소,유저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. 고객명,장소,유형,기간, 제품5이상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52f19b5-ea65-40fd-b760-d0dc5345a088}" enabled="1" method="Privileged" siteId="{7012449c-69ca-4637-9df4-52e3307c481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10982</TotalTime>
  <Words>427</Words>
  <Application>Microsoft Office PowerPoint</Application>
  <PresentationFormat>A4 용지(210x297mm)</PresentationFormat>
  <Paragraphs>143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10</vt:i4>
      </vt:variant>
    </vt:vector>
  </HeadingPairs>
  <TitlesOfParts>
    <vt:vector size="20" baseType="lpstr">
      <vt:lpstr>맑은 고딕</vt:lpstr>
      <vt:lpstr>바탕체</vt:lpstr>
      <vt:lpstr>Arial</vt:lpstr>
      <vt:lpstr>Calibri</vt:lpstr>
      <vt:lpstr>1. 고객명,장소,유형,기간,유저</vt:lpstr>
      <vt:lpstr>2. 고객명,장소,유형,기간</vt:lpstr>
      <vt:lpstr>3. 고객명,장소,유형,유저</vt:lpstr>
      <vt:lpstr>4. 고객명,장소,유형</vt:lpstr>
      <vt:lpstr>5. 고객명,장소,유저</vt:lpstr>
      <vt:lpstr>6. 고객명,장소,유형,기간, 제품5이상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EAKIM</dc:creator>
  <cp:lastModifiedBy>박보영</cp:lastModifiedBy>
  <cp:revision>319</cp:revision>
  <cp:lastPrinted>2026-02-25T01:57:08Z</cp:lastPrinted>
  <dcterms:created xsi:type="dcterms:W3CDTF">2022-01-17T08:03:02Z</dcterms:created>
  <dcterms:modified xsi:type="dcterms:W3CDTF">2026-02-25T01:57:23Z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Text">
    <vt:lpwstr>[TSNE] 내부용</vt:lpwstr>
  </property>
</Properties>
</file>